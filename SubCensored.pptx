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>
      <p:cViewPr varScale="1">
        <p:scale>
          <a:sx n="80" d="100"/>
          <a:sy n="80" d="100"/>
        </p:scale>
        <p:origin x="28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5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C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71488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000000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03289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89" h="1931035">
                <a:moveTo>
                  <a:pt x="33838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8" y="0"/>
                </a:lnTo>
                <a:lnTo>
                  <a:pt x="33838" y="1930759"/>
                </a:lnTo>
                <a:close/>
              </a:path>
            </a:pathLst>
          </a:custGeom>
          <a:solidFill>
            <a:srgbClr val="000000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31330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000000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063131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90" h="1931035">
                <a:moveTo>
                  <a:pt x="3383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7" y="0"/>
                </a:lnTo>
                <a:lnTo>
                  <a:pt x="33837" y="1930759"/>
                </a:lnTo>
                <a:close/>
              </a:path>
            </a:pathLst>
          </a:custGeom>
          <a:solidFill>
            <a:srgbClr val="000000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-369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>
                <a:moveTo>
                  <a:pt x="1709077" y="8356613"/>
                </a:moveTo>
                <a:lnTo>
                  <a:pt x="1671485" y="8356613"/>
                </a:lnTo>
                <a:lnTo>
                  <a:pt x="1671485" y="10287368"/>
                </a:lnTo>
                <a:lnTo>
                  <a:pt x="1709077" y="10287368"/>
                </a:lnTo>
                <a:lnTo>
                  <a:pt x="1709077" y="8356613"/>
                </a:lnTo>
                <a:close/>
              </a:path>
              <a:path w="18288000" h="10287635">
                <a:moveTo>
                  <a:pt x="3837127" y="8356613"/>
                </a:moveTo>
                <a:lnTo>
                  <a:pt x="3799522" y="8356613"/>
                </a:lnTo>
                <a:lnTo>
                  <a:pt x="3799522" y="10287368"/>
                </a:lnTo>
                <a:lnTo>
                  <a:pt x="3837127" y="10287368"/>
                </a:lnTo>
                <a:lnTo>
                  <a:pt x="3837127" y="8356613"/>
                </a:lnTo>
                <a:close/>
              </a:path>
              <a:path w="18288000" h="10287635">
                <a:moveTo>
                  <a:pt x="5968924" y="8356613"/>
                </a:moveTo>
                <a:lnTo>
                  <a:pt x="5931319" y="8356613"/>
                </a:lnTo>
                <a:lnTo>
                  <a:pt x="5931319" y="10287368"/>
                </a:lnTo>
                <a:lnTo>
                  <a:pt x="5968924" y="10287368"/>
                </a:lnTo>
                <a:lnTo>
                  <a:pt x="5968924" y="8356613"/>
                </a:lnTo>
                <a:close/>
              </a:path>
              <a:path w="18288000" h="10287635">
                <a:moveTo>
                  <a:pt x="12356668" y="8356613"/>
                </a:moveTo>
                <a:lnTo>
                  <a:pt x="12319064" y="8356613"/>
                </a:lnTo>
                <a:lnTo>
                  <a:pt x="12319064" y="10287368"/>
                </a:lnTo>
                <a:lnTo>
                  <a:pt x="12356668" y="10287368"/>
                </a:lnTo>
                <a:lnTo>
                  <a:pt x="12356668" y="8356613"/>
                </a:lnTo>
                <a:close/>
              </a:path>
              <a:path w="18288000" h="10287635">
                <a:moveTo>
                  <a:pt x="12356668" y="381"/>
                </a:moveTo>
                <a:lnTo>
                  <a:pt x="12322823" y="381"/>
                </a:lnTo>
                <a:lnTo>
                  <a:pt x="12322823" y="1931136"/>
                </a:lnTo>
                <a:lnTo>
                  <a:pt x="12356668" y="1931136"/>
                </a:lnTo>
                <a:lnTo>
                  <a:pt x="12356668" y="381"/>
                </a:lnTo>
                <a:close/>
              </a:path>
              <a:path w="18288000" h="10287635">
                <a:moveTo>
                  <a:pt x="14488465" y="8356613"/>
                </a:moveTo>
                <a:lnTo>
                  <a:pt x="14450860" y="8356613"/>
                </a:lnTo>
                <a:lnTo>
                  <a:pt x="14450860" y="10287368"/>
                </a:lnTo>
                <a:lnTo>
                  <a:pt x="14488465" y="10287368"/>
                </a:lnTo>
                <a:lnTo>
                  <a:pt x="14488465" y="8356613"/>
                </a:lnTo>
                <a:close/>
              </a:path>
              <a:path w="18288000" h="10287635">
                <a:moveTo>
                  <a:pt x="14488465" y="381"/>
                </a:moveTo>
                <a:lnTo>
                  <a:pt x="14450860" y="381"/>
                </a:lnTo>
                <a:lnTo>
                  <a:pt x="14450860" y="1931136"/>
                </a:lnTo>
                <a:lnTo>
                  <a:pt x="14488465" y="1931136"/>
                </a:lnTo>
                <a:lnTo>
                  <a:pt x="14488465" y="381"/>
                </a:lnTo>
                <a:close/>
              </a:path>
              <a:path w="18288000" h="10287635">
                <a:moveTo>
                  <a:pt x="16616502" y="8356613"/>
                </a:moveTo>
                <a:lnTo>
                  <a:pt x="16582670" y="8356613"/>
                </a:lnTo>
                <a:lnTo>
                  <a:pt x="16582670" y="10287368"/>
                </a:lnTo>
                <a:lnTo>
                  <a:pt x="16616502" y="10287368"/>
                </a:lnTo>
                <a:lnTo>
                  <a:pt x="16616502" y="8356613"/>
                </a:lnTo>
                <a:close/>
              </a:path>
              <a:path w="18288000" h="10287635">
                <a:moveTo>
                  <a:pt x="16616502" y="381"/>
                </a:moveTo>
                <a:lnTo>
                  <a:pt x="16582670" y="381"/>
                </a:lnTo>
                <a:lnTo>
                  <a:pt x="16582670" y="1931136"/>
                </a:lnTo>
                <a:lnTo>
                  <a:pt x="16616502" y="1931136"/>
                </a:lnTo>
                <a:lnTo>
                  <a:pt x="16616502" y="381"/>
                </a:lnTo>
                <a:close/>
              </a:path>
              <a:path w="18288000" h="10287635">
                <a:moveTo>
                  <a:pt x="18287988" y="1931670"/>
                </a:moveTo>
                <a:lnTo>
                  <a:pt x="10228758" y="1931670"/>
                </a:lnTo>
                <a:lnTo>
                  <a:pt x="10228758" y="0"/>
                </a:lnTo>
                <a:lnTo>
                  <a:pt x="10191166" y="0"/>
                </a:lnTo>
                <a:lnTo>
                  <a:pt x="10191166" y="381"/>
                </a:lnTo>
                <a:lnTo>
                  <a:pt x="10191026" y="381"/>
                </a:lnTo>
                <a:lnTo>
                  <a:pt x="10191026" y="1931136"/>
                </a:lnTo>
                <a:lnTo>
                  <a:pt x="10191166" y="1931136"/>
                </a:lnTo>
                <a:lnTo>
                  <a:pt x="10191166" y="1931670"/>
                </a:lnTo>
                <a:lnTo>
                  <a:pt x="10191166" y="1968500"/>
                </a:lnTo>
                <a:lnTo>
                  <a:pt x="10191166" y="6228575"/>
                </a:lnTo>
                <a:lnTo>
                  <a:pt x="10191026" y="6228575"/>
                </a:lnTo>
                <a:lnTo>
                  <a:pt x="10191026" y="8322297"/>
                </a:lnTo>
                <a:lnTo>
                  <a:pt x="8096961" y="8322297"/>
                </a:lnTo>
                <a:lnTo>
                  <a:pt x="8096961" y="6228575"/>
                </a:lnTo>
                <a:lnTo>
                  <a:pt x="8096821" y="6228575"/>
                </a:lnTo>
                <a:lnTo>
                  <a:pt x="8096821" y="6228067"/>
                </a:lnTo>
                <a:lnTo>
                  <a:pt x="10191166" y="6228067"/>
                </a:lnTo>
                <a:lnTo>
                  <a:pt x="10191166" y="6191237"/>
                </a:lnTo>
                <a:lnTo>
                  <a:pt x="8096821" y="6191237"/>
                </a:lnTo>
                <a:lnTo>
                  <a:pt x="8096821" y="6190970"/>
                </a:lnTo>
                <a:lnTo>
                  <a:pt x="8096961" y="6190970"/>
                </a:lnTo>
                <a:lnTo>
                  <a:pt x="8096961" y="4097007"/>
                </a:lnTo>
                <a:lnTo>
                  <a:pt x="10191026" y="4097007"/>
                </a:lnTo>
                <a:lnTo>
                  <a:pt x="10191026" y="6190970"/>
                </a:lnTo>
                <a:lnTo>
                  <a:pt x="10191166" y="6190970"/>
                </a:lnTo>
                <a:lnTo>
                  <a:pt x="10191166" y="1968728"/>
                </a:lnTo>
                <a:lnTo>
                  <a:pt x="10191026" y="1968728"/>
                </a:lnTo>
                <a:lnTo>
                  <a:pt x="10191026" y="4058907"/>
                </a:lnTo>
                <a:lnTo>
                  <a:pt x="8096961" y="4058907"/>
                </a:lnTo>
                <a:lnTo>
                  <a:pt x="8096961" y="1968728"/>
                </a:lnTo>
                <a:lnTo>
                  <a:pt x="8096821" y="1968728"/>
                </a:lnTo>
                <a:lnTo>
                  <a:pt x="8096821" y="1968500"/>
                </a:lnTo>
                <a:lnTo>
                  <a:pt x="10191166" y="1968500"/>
                </a:lnTo>
                <a:lnTo>
                  <a:pt x="10191166" y="1931670"/>
                </a:lnTo>
                <a:lnTo>
                  <a:pt x="8096821" y="1931670"/>
                </a:lnTo>
                <a:lnTo>
                  <a:pt x="8096821" y="0"/>
                </a:lnTo>
                <a:lnTo>
                  <a:pt x="8059229" y="0"/>
                </a:lnTo>
                <a:lnTo>
                  <a:pt x="8059229" y="1931670"/>
                </a:lnTo>
                <a:lnTo>
                  <a:pt x="8059229" y="1968500"/>
                </a:lnTo>
                <a:lnTo>
                  <a:pt x="8059229" y="4058907"/>
                </a:lnTo>
                <a:lnTo>
                  <a:pt x="8059229" y="4062717"/>
                </a:lnTo>
                <a:lnTo>
                  <a:pt x="5968924" y="4062717"/>
                </a:lnTo>
                <a:lnTo>
                  <a:pt x="5968924" y="1968728"/>
                </a:lnTo>
                <a:lnTo>
                  <a:pt x="5931319" y="1968728"/>
                </a:lnTo>
                <a:lnTo>
                  <a:pt x="5931319" y="4062717"/>
                </a:lnTo>
                <a:lnTo>
                  <a:pt x="3837127" y="4062717"/>
                </a:lnTo>
                <a:lnTo>
                  <a:pt x="3837127" y="1968728"/>
                </a:lnTo>
                <a:lnTo>
                  <a:pt x="3799522" y="1968728"/>
                </a:lnTo>
                <a:lnTo>
                  <a:pt x="3799522" y="4062717"/>
                </a:lnTo>
                <a:lnTo>
                  <a:pt x="1709077" y="4062717"/>
                </a:lnTo>
                <a:lnTo>
                  <a:pt x="1709077" y="4058907"/>
                </a:lnTo>
                <a:lnTo>
                  <a:pt x="1709077" y="1968500"/>
                </a:lnTo>
                <a:lnTo>
                  <a:pt x="8059229" y="1968500"/>
                </a:lnTo>
                <a:lnTo>
                  <a:pt x="8059229" y="1931670"/>
                </a:lnTo>
                <a:lnTo>
                  <a:pt x="0" y="1931670"/>
                </a:lnTo>
                <a:lnTo>
                  <a:pt x="0" y="1968500"/>
                </a:lnTo>
                <a:lnTo>
                  <a:pt x="1671485" y="1968500"/>
                </a:lnTo>
                <a:lnTo>
                  <a:pt x="1671485" y="4058907"/>
                </a:lnTo>
                <a:lnTo>
                  <a:pt x="0" y="4058907"/>
                </a:lnTo>
                <a:lnTo>
                  <a:pt x="0" y="4062717"/>
                </a:lnTo>
                <a:lnTo>
                  <a:pt x="0" y="4097007"/>
                </a:lnTo>
                <a:lnTo>
                  <a:pt x="1671485" y="4097007"/>
                </a:lnTo>
                <a:lnTo>
                  <a:pt x="1671485" y="6190970"/>
                </a:lnTo>
                <a:lnTo>
                  <a:pt x="1709077" y="6190970"/>
                </a:lnTo>
                <a:lnTo>
                  <a:pt x="1709077" y="4097007"/>
                </a:lnTo>
                <a:lnTo>
                  <a:pt x="3803281" y="4097007"/>
                </a:lnTo>
                <a:lnTo>
                  <a:pt x="3803281" y="6190970"/>
                </a:lnTo>
                <a:lnTo>
                  <a:pt x="3837127" y="6190970"/>
                </a:lnTo>
                <a:lnTo>
                  <a:pt x="3837127" y="4097007"/>
                </a:lnTo>
                <a:lnTo>
                  <a:pt x="5931319" y="4097007"/>
                </a:lnTo>
                <a:lnTo>
                  <a:pt x="5931319" y="6190970"/>
                </a:lnTo>
                <a:lnTo>
                  <a:pt x="5968924" y="6190970"/>
                </a:lnTo>
                <a:lnTo>
                  <a:pt x="5968924" y="4097007"/>
                </a:lnTo>
                <a:lnTo>
                  <a:pt x="8059229" y="4097007"/>
                </a:lnTo>
                <a:lnTo>
                  <a:pt x="8059229" y="6191237"/>
                </a:lnTo>
                <a:lnTo>
                  <a:pt x="0" y="6191237"/>
                </a:lnTo>
                <a:lnTo>
                  <a:pt x="0" y="6228067"/>
                </a:lnTo>
                <a:lnTo>
                  <a:pt x="8059229" y="6228067"/>
                </a:lnTo>
                <a:lnTo>
                  <a:pt x="8059229" y="8322297"/>
                </a:lnTo>
                <a:lnTo>
                  <a:pt x="5968924" y="8322297"/>
                </a:lnTo>
                <a:lnTo>
                  <a:pt x="5968924" y="6228575"/>
                </a:lnTo>
                <a:lnTo>
                  <a:pt x="5931319" y="6228575"/>
                </a:lnTo>
                <a:lnTo>
                  <a:pt x="5931319" y="8322297"/>
                </a:lnTo>
                <a:lnTo>
                  <a:pt x="3837127" y="8322297"/>
                </a:lnTo>
                <a:lnTo>
                  <a:pt x="3837127" y="6228575"/>
                </a:lnTo>
                <a:lnTo>
                  <a:pt x="3803281" y="6228575"/>
                </a:lnTo>
                <a:lnTo>
                  <a:pt x="3803281" y="8322297"/>
                </a:lnTo>
                <a:lnTo>
                  <a:pt x="1709077" y="8322297"/>
                </a:lnTo>
                <a:lnTo>
                  <a:pt x="1709077" y="6228575"/>
                </a:lnTo>
                <a:lnTo>
                  <a:pt x="1671485" y="6228575"/>
                </a:lnTo>
                <a:lnTo>
                  <a:pt x="1671485" y="8322297"/>
                </a:lnTo>
                <a:lnTo>
                  <a:pt x="0" y="8322297"/>
                </a:lnTo>
                <a:lnTo>
                  <a:pt x="0" y="8356587"/>
                </a:lnTo>
                <a:lnTo>
                  <a:pt x="8059229" y="8356587"/>
                </a:lnTo>
                <a:lnTo>
                  <a:pt x="8059229" y="10286987"/>
                </a:lnTo>
                <a:lnTo>
                  <a:pt x="8063128" y="10286987"/>
                </a:lnTo>
                <a:lnTo>
                  <a:pt x="8063128" y="10287368"/>
                </a:lnTo>
                <a:lnTo>
                  <a:pt x="8096961" y="10287368"/>
                </a:lnTo>
                <a:lnTo>
                  <a:pt x="8096961" y="8356613"/>
                </a:lnTo>
                <a:lnTo>
                  <a:pt x="8096821" y="8356613"/>
                </a:lnTo>
                <a:lnTo>
                  <a:pt x="10191166" y="8356587"/>
                </a:lnTo>
                <a:lnTo>
                  <a:pt x="10191026" y="8356613"/>
                </a:lnTo>
                <a:lnTo>
                  <a:pt x="10191026" y="10287368"/>
                </a:lnTo>
                <a:lnTo>
                  <a:pt x="10228618" y="10287368"/>
                </a:lnTo>
                <a:lnTo>
                  <a:pt x="10228618" y="10286987"/>
                </a:lnTo>
                <a:lnTo>
                  <a:pt x="10228758" y="10286987"/>
                </a:lnTo>
                <a:lnTo>
                  <a:pt x="10228758" y="8356587"/>
                </a:lnTo>
                <a:lnTo>
                  <a:pt x="18287988" y="8356587"/>
                </a:lnTo>
                <a:lnTo>
                  <a:pt x="18287988" y="8322297"/>
                </a:lnTo>
                <a:lnTo>
                  <a:pt x="16616502" y="8322297"/>
                </a:lnTo>
                <a:lnTo>
                  <a:pt x="16616502" y="6228575"/>
                </a:lnTo>
                <a:lnTo>
                  <a:pt x="16582670" y="6228575"/>
                </a:lnTo>
                <a:lnTo>
                  <a:pt x="16582670" y="8322297"/>
                </a:lnTo>
                <a:lnTo>
                  <a:pt x="14488465" y="8322297"/>
                </a:lnTo>
                <a:lnTo>
                  <a:pt x="14488465" y="6228575"/>
                </a:lnTo>
                <a:lnTo>
                  <a:pt x="14450860" y="6228575"/>
                </a:lnTo>
                <a:lnTo>
                  <a:pt x="14450860" y="8322297"/>
                </a:lnTo>
                <a:lnTo>
                  <a:pt x="12356668" y="8322297"/>
                </a:lnTo>
                <a:lnTo>
                  <a:pt x="12356668" y="6228575"/>
                </a:lnTo>
                <a:lnTo>
                  <a:pt x="12322823" y="6228575"/>
                </a:lnTo>
                <a:lnTo>
                  <a:pt x="12322823" y="8322297"/>
                </a:lnTo>
                <a:lnTo>
                  <a:pt x="10228758" y="8322297"/>
                </a:lnTo>
                <a:lnTo>
                  <a:pt x="10228758" y="6228067"/>
                </a:lnTo>
                <a:lnTo>
                  <a:pt x="18287988" y="6228067"/>
                </a:lnTo>
                <a:lnTo>
                  <a:pt x="18287988" y="6191237"/>
                </a:lnTo>
                <a:lnTo>
                  <a:pt x="10228758" y="6191237"/>
                </a:lnTo>
                <a:lnTo>
                  <a:pt x="10228758" y="4097007"/>
                </a:lnTo>
                <a:lnTo>
                  <a:pt x="12322823" y="4097007"/>
                </a:lnTo>
                <a:lnTo>
                  <a:pt x="12322823" y="6190970"/>
                </a:lnTo>
                <a:lnTo>
                  <a:pt x="12356668" y="6190970"/>
                </a:lnTo>
                <a:lnTo>
                  <a:pt x="12356668" y="4097007"/>
                </a:lnTo>
                <a:lnTo>
                  <a:pt x="14450860" y="4097007"/>
                </a:lnTo>
                <a:lnTo>
                  <a:pt x="14450860" y="6190970"/>
                </a:lnTo>
                <a:lnTo>
                  <a:pt x="14488465" y="6190970"/>
                </a:lnTo>
                <a:lnTo>
                  <a:pt x="14488465" y="4097007"/>
                </a:lnTo>
                <a:lnTo>
                  <a:pt x="16582670" y="4097007"/>
                </a:lnTo>
                <a:lnTo>
                  <a:pt x="16582670" y="6190970"/>
                </a:lnTo>
                <a:lnTo>
                  <a:pt x="16616502" y="6190970"/>
                </a:lnTo>
                <a:lnTo>
                  <a:pt x="16616502" y="4097007"/>
                </a:lnTo>
                <a:lnTo>
                  <a:pt x="18287988" y="4097007"/>
                </a:lnTo>
                <a:lnTo>
                  <a:pt x="18287988" y="4062717"/>
                </a:lnTo>
                <a:lnTo>
                  <a:pt x="16616502" y="4062717"/>
                </a:lnTo>
                <a:lnTo>
                  <a:pt x="16616502" y="1968728"/>
                </a:lnTo>
                <a:lnTo>
                  <a:pt x="16582670" y="1968728"/>
                </a:lnTo>
                <a:lnTo>
                  <a:pt x="16582670" y="4062717"/>
                </a:lnTo>
                <a:lnTo>
                  <a:pt x="14488465" y="4062717"/>
                </a:lnTo>
                <a:lnTo>
                  <a:pt x="14488465" y="1968728"/>
                </a:lnTo>
                <a:lnTo>
                  <a:pt x="14450860" y="1968728"/>
                </a:lnTo>
                <a:lnTo>
                  <a:pt x="14450860" y="4062717"/>
                </a:lnTo>
                <a:lnTo>
                  <a:pt x="12356668" y="4062717"/>
                </a:lnTo>
                <a:lnTo>
                  <a:pt x="12356668" y="1968728"/>
                </a:lnTo>
                <a:lnTo>
                  <a:pt x="12319064" y="1968728"/>
                </a:lnTo>
                <a:lnTo>
                  <a:pt x="12319064" y="4062717"/>
                </a:lnTo>
                <a:lnTo>
                  <a:pt x="10228758" y="4062717"/>
                </a:lnTo>
                <a:lnTo>
                  <a:pt x="10228758" y="1968500"/>
                </a:lnTo>
                <a:lnTo>
                  <a:pt x="18287988" y="1968500"/>
                </a:lnTo>
                <a:lnTo>
                  <a:pt x="18287988" y="1931670"/>
                </a:lnTo>
                <a:close/>
              </a:path>
            </a:pathLst>
          </a:custGeom>
          <a:solidFill>
            <a:srgbClr val="000000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5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AC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71488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03289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89" h="1931035">
                <a:moveTo>
                  <a:pt x="33838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8" y="0"/>
                </a:lnTo>
                <a:lnTo>
                  <a:pt x="33838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31330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063131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90" h="1931035">
                <a:moveTo>
                  <a:pt x="3383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7" y="0"/>
                </a:lnTo>
                <a:lnTo>
                  <a:pt x="3383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-369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>
                <a:moveTo>
                  <a:pt x="1709077" y="8356613"/>
                </a:moveTo>
                <a:lnTo>
                  <a:pt x="1671485" y="8356613"/>
                </a:lnTo>
                <a:lnTo>
                  <a:pt x="1671485" y="10287368"/>
                </a:lnTo>
                <a:lnTo>
                  <a:pt x="1709077" y="10287368"/>
                </a:lnTo>
                <a:lnTo>
                  <a:pt x="1709077" y="8356613"/>
                </a:lnTo>
                <a:close/>
              </a:path>
              <a:path w="18288000" h="10287635">
                <a:moveTo>
                  <a:pt x="3837127" y="8356613"/>
                </a:moveTo>
                <a:lnTo>
                  <a:pt x="3799522" y="8356613"/>
                </a:lnTo>
                <a:lnTo>
                  <a:pt x="3799522" y="10287368"/>
                </a:lnTo>
                <a:lnTo>
                  <a:pt x="3837127" y="10287368"/>
                </a:lnTo>
                <a:lnTo>
                  <a:pt x="3837127" y="8356613"/>
                </a:lnTo>
                <a:close/>
              </a:path>
              <a:path w="18288000" h="10287635">
                <a:moveTo>
                  <a:pt x="5968924" y="8356613"/>
                </a:moveTo>
                <a:lnTo>
                  <a:pt x="5931319" y="8356613"/>
                </a:lnTo>
                <a:lnTo>
                  <a:pt x="5931319" y="10287368"/>
                </a:lnTo>
                <a:lnTo>
                  <a:pt x="5968924" y="10287368"/>
                </a:lnTo>
                <a:lnTo>
                  <a:pt x="5968924" y="8356613"/>
                </a:lnTo>
                <a:close/>
              </a:path>
              <a:path w="18288000" h="10287635">
                <a:moveTo>
                  <a:pt x="12356668" y="8356613"/>
                </a:moveTo>
                <a:lnTo>
                  <a:pt x="12319064" y="8356613"/>
                </a:lnTo>
                <a:lnTo>
                  <a:pt x="12319064" y="10287368"/>
                </a:lnTo>
                <a:lnTo>
                  <a:pt x="12356668" y="10287368"/>
                </a:lnTo>
                <a:lnTo>
                  <a:pt x="12356668" y="8356613"/>
                </a:lnTo>
                <a:close/>
              </a:path>
              <a:path w="18288000" h="10287635">
                <a:moveTo>
                  <a:pt x="12356668" y="381"/>
                </a:moveTo>
                <a:lnTo>
                  <a:pt x="12322823" y="381"/>
                </a:lnTo>
                <a:lnTo>
                  <a:pt x="12322823" y="1931136"/>
                </a:lnTo>
                <a:lnTo>
                  <a:pt x="12356668" y="1931136"/>
                </a:lnTo>
                <a:lnTo>
                  <a:pt x="12356668" y="381"/>
                </a:lnTo>
                <a:close/>
              </a:path>
              <a:path w="18288000" h="10287635">
                <a:moveTo>
                  <a:pt x="14488465" y="8356613"/>
                </a:moveTo>
                <a:lnTo>
                  <a:pt x="14450860" y="8356613"/>
                </a:lnTo>
                <a:lnTo>
                  <a:pt x="14450860" y="10287368"/>
                </a:lnTo>
                <a:lnTo>
                  <a:pt x="14488465" y="10287368"/>
                </a:lnTo>
                <a:lnTo>
                  <a:pt x="14488465" y="8356613"/>
                </a:lnTo>
                <a:close/>
              </a:path>
              <a:path w="18288000" h="10287635">
                <a:moveTo>
                  <a:pt x="14488465" y="381"/>
                </a:moveTo>
                <a:lnTo>
                  <a:pt x="14450860" y="381"/>
                </a:lnTo>
                <a:lnTo>
                  <a:pt x="14450860" y="1931136"/>
                </a:lnTo>
                <a:lnTo>
                  <a:pt x="14488465" y="1931136"/>
                </a:lnTo>
                <a:lnTo>
                  <a:pt x="14488465" y="381"/>
                </a:lnTo>
                <a:close/>
              </a:path>
              <a:path w="18288000" h="10287635">
                <a:moveTo>
                  <a:pt x="16616502" y="8356613"/>
                </a:moveTo>
                <a:lnTo>
                  <a:pt x="16582670" y="8356613"/>
                </a:lnTo>
                <a:lnTo>
                  <a:pt x="16582670" y="10287368"/>
                </a:lnTo>
                <a:lnTo>
                  <a:pt x="16616502" y="10287368"/>
                </a:lnTo>
                <a:lnTo>
                  <a:pt x="16616502" y="8356613"/>
                </a:lnTo>
                <a:close/>
              </a:path>
              <a:path w="18288000" h="10287635">
                <a:moveTo>
                  <a:pt x="16616502" y="381"/>
                </a:moveTo>
                <a:lnTo>
                  <a:pt x="16582670" y="381"/>
                </a:lnTo>
                <a:lnTo>
                  <a:pt x="16582670" y="1931136"/>
                </a:lnTo>
                <a:lnTo>
                  <a:pt x="16616502" y="1931136"/>
                </a:lnTo>
                <a:lnTo>
                  <a:pt x="16616502" y="381"/>
                </a:lnTo>
                <a:close/>
              </a:path>
              <a:path w="18288000" h="10287635">
                <a:moveTo>
                  <a:pt x="18287988" y="1931670"/>
                </a:moveTo>
                <a:lnTo>
                  <a:pt x="10228758" y="1931670"/>
                </a:lnTo>
                <a:lnTo>
                  <a:pt x="10228758" y="0"/>
                </a:lnTo>
                <a:lnTo>
                  <a:pt x="10191166" y="0"/>
                </a:lnTo>
                <a:lnTo>
                  <a:pt x="10191166" y="381"/>
                </a:lnTo>
                <a:lnTo>
                  <a:pt x="10191026" y="381"/>
                </a:lnTo>
                <a:lnTo>
                  <a:pt x="10191026" y="1931136"/>
                </a:lnTo>
                <a:lnTo>
                  <a:pt x="10191166" y="1931136"/>
                </a:lnTo>
                <a:lnTo>
                  <a:pt x="10191166" y="1931670"/>
                </a:lnTo>
                <a:lnTo>
                  <a:pt x="10191166" y="1968500"/>
                </a:lnTo>
                <a:lnTo>
                  <a:pt x="10191166" y="6228575"/>
                </a:lnTo>
                <a:lnTo>
                  <a:pt x="10191026" y="6228575"/>
                </a:lnTo>
                <a:lnTo>
                  <a:pt x="10191026" y="8322297"/>
                </a:lnTo>
                <a:lnTo>
                  <a:pt x="8096961" y="8322297"/>
                </a:lnTo>
                <a:lnTo>
                  <a:pt x="8096961" y="6228575"/>
                </a:lnTo>
                <a:lnTo>
                  <a:pt x="8096821" y="6228575"/>
                </a:lnTo>
                <a:lnTo>
                  <a:pt x="8096821" y="6228067"/>
                </a:lnTo>
                <a:lnTo>
                  <a:pt x="10191166" y="6228067"/>
                </a:lnTo>
                <a:lnTo>
                  <a:pt x="10191166" y="6191237"/>
                </a:lnTo>
                <a:lnTo>
                  <a:pt x="8096821" y="6191237"/>
                </a:lnTo>
                <a:lnTo>
                  <a:pt x="8096821" y="6190970"/>
                </a:lnTo>
                <a:lnTo>
                  <a:pt x="8096961" y="6190970"/>
                </a:lnTo>
                <a:lnTo>
                  <a:pt x="8096961" y="4097007"/>
                </a:lnTo>
                <a:lnTo>
                  <a:pt x="10191026" y="4097007"/>
                </a:lnTo>
                <a:lnTo>
                  <a:pt x="10191026" y="6190970"/>
                </a:lnTo>
                <a:lnTo>
                  <a:pt x="10191166" y="6190970"/>
                </a:lnTo>
                <a:lnTo>
                  <a:pt x="10191166" y="1968728"/>
                </a:lnTo>
                <a:lnTo>
                  <a:pt x="10191026" y="1968728"/>
                </a:lnTo>
                <a:lnTo>
                  <a:pt x="10191026" y="4058907"/>
                </a:lnTo>
                <a:lnTo>
                  <a:pt x="8096961" y="4058907"/>
                </a:lnTo>
                <a:lnTo>
                  <a:pt x="8096961" y="1968728"/>
                </a:lnTo>
                <a:lnTo>
                  <a:pt x="8096821" y="1968728"/>
                </a:lnTo>
                <a:lnTo>
                  <a:pt x="8096821" y="1968500"/>
                </a:lnTo>
                <a:lnTo>
                  <a:pt x="10191166" y="1968500"/>
                </a:lnTo>
                <a:lnTo>
                  <a:pt x="10191166" y="1931670"/>
                </a:lnTo>
                <a:lnTo>
                  <a:pt x="8096821" y="1931670"/>
                </a:lnTo>
                <a:lnTo>
                  <a:pt x="8096821" y="0"/>
                </a:lnTo>
                <a:lnTo>
                  <a:pt x="8059229" y="0"/>
                </a:lnTo>
                <a:lnTo>
                  <a:pt x="8059229" y="1931670"/>
                </a:lnTo>
                <a:lnTo>
                  <a:pt x="8059229" y="1968500"/>
                </a:lnTo>
                <a:lnTo>
                  <a:pt x="8059229" y="4058907"/>
                </a:lnTo>
                <a:lnTo>
                  <a:pt x="8059229" y="4062717"/>
                </a:lnTo>
                <a:lnTo>
                  <a:pt x="5968924" y="4062717"/>
                </a:lnTo>
                <a:lnTo>
                  <a:pt x="5968924" y="1968728"/>
                </a:lnTo>
                <a:lnTo>
                  <a:pt x="5931319" y="1968728"/>
                </a:lnTo>
                <a:lnTo>
                  <a:pt x="5931319" y="4062717"/>
                </a:lnTo>
                <a:lnTo>
                  <a:pt x="3837127" y="4062717"/>
                </a:lnTo>
                <a:lnTo>
                  <a:pt x="3837127" y="1968728"/>
                </a:lnTo>
                <a:lnTo>
                  <a:pt x="3799522" y="1968728"/>
                </a:lnTo>
                <a:lnTo>
                  <a:pt x="3799522" y="4062717"/>
                </a:lnTo>
                <a:lnTo>
                  <a:pt x="1709077" y="4062717"/>
                </a:lnTo>
                <a:lnTo>
                  <a:pt x="1709077" y="4058907"/>
                </a:lnTo>
                <a:lnTo>
                  <a:pt x="1709077" y="1968500"/>
                </a:lnTo>
                <a:lnTo>
                  <a:pt x="8059229" y="1968500"/>
                </a:lnTo>
                <a:lnTo>
                  <a:pt x="8059229" y="1931670"/>
                </a:lnTo>
                <a:lnTo>
                  <a:pt x="0" y="1931670"/>
                </a:lnTo>
                <a:lnTo>
                  <a:pt x="0" y="1968500"/>
                </a:lnTo>
                <a:lnTo>
                  <a:pt x="1671485" y="1968500"/>
                </a:lnTo>
                <a:lnTo>
                  <a:pt x="1671485" y="4058907"/>
                </a:lnTo>
                <a:lnTo>
                  <a:pt x="0" y="4058907"/>
                </a:lnTo>
                <a:lnTo>
                  <a:pt x="0" y="4062717"/>
                </a:lnTo>
                <a:lnTo>
                  <a:pt x="0" y="4097007"/>
                </a:lnTo>
                <a:lnTo>
                  <a:pt x="1671485" y="4097007"/>
                </a:lnTo>
                <a:lnTo>
                  <a:pt x="1671485" y="6190970"/>
                </a:lnTo>
                <a:lnTo>
                  <a:pt x="1709077" y="6190970"/>
                </a:lnTo>
                <a:lnTo>
                  <a:pt x="1709077" y="4097007"/>
                </a:lnTo>
                <a:lnTo>
                  <a:pt x="3803281" y="4097007"/>
                </a:lnTo>
                <a:lnTo>
                  <a:pt x="3803281" y="6190970"/>
                </a:lnTo>
                <a:lnTo>
                  <a:pt x="3837127" y="6190970"/>
                </a:lnTo>
                <a:lnTo>
                  <a:pt x="3837127" y="4097007"/>
                </a:lnTo>
                <a:lnTo>
                  <a:pt x="5931319" y="4097007"/>
                </a:lnTo>
                <a:lnTo>
                  <a:pt x="5931319" y="6190970"/>
                </a:lnTo>
                <a:lnTo>
                  <a:pt x="5968924" y="6190970"/>
                </a:lnTo>
                <a:lnTo>
                  <a:pt x="5968924" y="4097007"/>
                </a:lnTo>
                <a:lnTo>
                  <a:pt x="8059229" y="4097007"/>
                </a:lnTo>
                <a:lnTo>
                  <a:pt x="8059229" y="6191237"/>
                </a:lnTo>
                <a:lnTo>
                  <a:pt x="0" y="6191237"/>
                </a:lnTo>
                <a:lnTo>
                  <a:pt x="0" y="6228067"/>
                </a:lnTo>
                <a:lnTo>
                  <a:pt x="8059229" y="6228067"/>
                </a:lnTo>
                <a:lnTo>
                  <a:pt x="8059229" y="8322297"/>
                </a:lnTo>
                <a:lnTo>
                  <a:pt x="5968924" y="8322297"/>
                </a:lnTo>
                <a:lnTo>
                  <a:pt x="5968924" y="6228575"/>
                </a:lnTo>
                <a:lnTo>
                  <a:pt x="5931319" y="6228575"/>
                </a:lnTo>
                <a:lnTo>
                  <a:pt x="5931319" y="8322297"/>
                </a:lnTo>
                <a:lnTo>
                  <a:pt x="3837127" y="8322297"/>
                </a:lnTo>
                <a:lnTo>
                  <a:pt x="3837127" y="6228575"/>
                </a:lnTo>
                <a:lnTo>
                  <a:pt x="3803281" y="6228575"/>
                </a:lnTo>
                <a:lnTo>
                  <a:pt x="3803281" y="8322297"/>
                </a:lnTo>
                <a:lnTo>
                  <a:pt x="1709077" y="8322297"/>
                </a:lnTo>
                <a:lnTo>
                  <a:pt x="1709077" y="6228575"/>
                </a:lnTo>
                <a:lnTo>
                  <a:pt x="1671485" y="6228575"/>
                </a:lnTo>
                <a:lnTo>
                  <a:pt x="1671485" y="8322297"/>
                </a:lnTo>
                <a:lnTo>
                  <a:pt x="0" y="8322297"/>
                </a:lnTo>
                <a:lnTo>
                  <a:pt x="0" y="8356587"/>
                </a:lnTo>
                <a:lnTo>
                  <a:pt x="8059229" y="8356587"/>
                </a:lnTo>
                <a:lnTo>
                  <a:pt x="8059229" y="10286987"/>
                </a:lnTo>
                <a:lnTo>
                  <a:pt x="8063128" y="10286987"/>
                </a:lnTo>
                <a:lnTo>
                  <a:pt x="8063128" y="10287368"/>
                </a:lnTo>
                <a:lnTo>
                  <a:pt x="8096961" y="10287368"/>
                </a:lnTo>
                <a:lnTo>
                  <a:pt x="8096961" y="8356613"/>
                </a:lnTo>
                <a:lnTo>
                  <a:pt x="8096821" y="8356613"/>
                </a:lnTo>
                <a:lnTo>
                  <a:pt x="10191166" y="8356587"/>
                </a:lnTo>
                <a:lnTo>
                  <a:pt x="10191026" y="8356613"/>
                </a:lnTo>
                <a:lnTo>
                  <a:pt x="10191026" y="10287368"/>
                </a:lnTo>
                <a:lnTo>
                  <a:pt x="10228618" y="10287368"/>
                </a:lnTo>
                <a:lnTo>
                  <a:pt x="10228618" y="10286987"/>
                </a:lnTo>
                <a:lnTo>
                  <a:pt x="10228758" y="10286987"/>
                </a:lnTo>
                <a:lnTo>
                  <a:pt x="10228758" y="8356587"/>
                </a:lnTo>
                <a:lnTo>
                  <a:pt x="18287988" y="8356587"/>
                </a:lnTo>
                <a:lnTo>
                  <a:pt x="18287988" y="8322297"/>
                </a:lnTo>
                <a:lnTo>
                  <a:pt x="16616502" y="8322297"/>
                </a:lnTo>
                <a:lnTo>
                  <a:pt x="16616502" y="6228575"/>
                </a:lnTo>
                <a:lnTo>
                  <a:pt x="16582670" y="6228575"/>
                </a:lnTo>
                <a:lnTo>
                  <a:pt x="16582670" y="8322297"/>
                </a:lnTo>
                <a:lnTo>
                  <a:pt x="14488465" y="8322297"/>
                </a:lnTo>
                <a:lnTo>
                  <a:pt x="14488465" y="6228575"/>
                </a:lnTo>
                <a:lnTo>
                  <a:pt x="14450860" y="6228575"/>
                </a:lnTo>
                <a:lnTo>
                  <a:pt x="14450860" y="8322297"/>
                </a:lnTo>
                <a:lnTo>
                  <a:pt x="12356668" y="8322297"/>
                </a:lnTo>
                <a:lnTo>
                  <a:pt x="12356668" y="6228575"/>
                </a:lnTo>
                <a:lnTo>
                  <a:pt x="12322823" y="6228575"/>
                </a:lnTo>
                <a:lnTo>
                  <a:pt x="12322823" y="8322297"/>
                </a:lnTo>
                <a:lnTo>
                  <a:pt x="10228758" y="8322297"/>
                </a:lnTo>
                <a:lnTo>
                  <a:pt x="10228758" y="6228067"/>
                </a:lnTo>
                <a:lnTo>
                  <a:pt x="18287988" y="6228067"/>
                </a:lnTo>
                <a:lnTo>
                  <a:pt x="18287988" y="6191237"/>
                </a:lnTo>
                <a:lnTo>
                  <a:pt x="10228758" y="6191237"/>
                </a:lnTo>
                <a:lnTo>
                  <a:pt x="10228758" y="4097007"/>
                </a:lnTo>
                <a:lnTo>
                  <a:pt x="12322823" y="4097007"/>
                </a:lnTo>
                <a:lnTo>
                  <a:pt x="12322823" y="6190970"/>
                </a:lnTo>
                <a:lnTo>
                  <a:pt x="12356668" y="6190970"/>
                </a:lnTo>
                <a:lnTo>
                  <a:pt x="12356668" y="4097007"/>
                </a:lnTo>
                <a:lnTo>
                  <a:pt x="14450860" y="4097007"/>
                </a:lnTo>
                <a:lnTo>
                  <a:pt x="14450860" y="6190970"/>
                </a:lnTo>
                <a:lnTo>
                  <a:pt x="14488465" y="6190970"/>
                </a:lnTo>
                <a:lnTo>
                  <a:pt x="14488465" y="4097007"/>
                </a:lnTo>
                <a:lnTo>
                  <a:pt x="16582670" y="4097007"/>
                </a:lnTo>
                <a:lnTo>
                  <a:pt x="16582670" y="6190970"/>
                </a:lnTo>
                <a:lnTo>
                  <a:pt x="16616502" y="6190970"/>
                </a:lnTo>
                <a:lnTo>
                  <a:pt x="16616502" y="4097007"/>
                </a:lnTo>
                <a:lnTo>
                  <a:pt x="18287988" y="4097007"/>
                </a:lnTo>
                <a:lnTo>
                  <a:pt x="18287988" y="4062717"/>
                </a:lnTo>
                <a:lnTo>
                  <a:pt x="16616502" y="4062717"/>
                </a:lnTo>
                <a:lnTo>
                  <a:pt x="16616502" y="1968728"/>
                </a:lnTo>
                <a:lnTo>
                  <a:pt x="16582670" y="1968728"/>
                </a:lnTo>
                <a:lnTo>
                  <a:pt x="16582670" y="4062717"/>
                </a:lnTo>
                <a:lnTo>
                  <a:pt x="14488465" y="4062717"/>
                </a:lnTo>
                <a:lnTo>
                  <a:pt x="14488465" y="1968728"/>
                </a:lnTo>
                <a:lnTo>
                  <a:pt x="14450860" y="1968728"/>
                </a:lnTo>
                <a:lnTo>
                  <a:pt x="14450860" y="4062717"/>
                </a:lnTo>
                <a:lnTo>
                  <a:pt x="12356668" y="4062717"/>
                </a:lnTo>
                <a:lnTo>
                  <a:pt x="12356668" y="1968728"/>
                </a:lnTo>
                <a:lnTo>
                  <a:pt x="12319064" y="1968728"/>
                </a:lnTo>
                <a:lnTo>
                  <a:pt x="12319064" y="4062717"/>
                </a:lnTo>
                <a:lnTo>
                  <a:pt x="10228758" y="4062717"/>
                </a:lnTo>
                <a:lnTo>
                  <a:pt x="10228758" y="1968500"/>
                </a:lnTo>
                <a:lnTo>
                  <a:pt x="18287988" y="1968500"/>
                </a:lnTo>
                <a:lnTo>
                  <a:pt x="18287988" y="1931670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5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20573" y="2226308"/>
            <a:ext cx="7999730" cy="6005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AC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71488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03289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89" h="1931035">
                <a:moveTo>
                  <a:pt x="33838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8" y="0"/>
                </a:lnTo>
                <a:lnTo>
                  <a:pt x="33838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31330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063131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90" h="1931035">
                <a:moveTo>
                  <a:pt x="3383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7" y="0"/>
                </a:lnTo>
                <a:lnTo>
                  <a:pt x="3383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-369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>
                <a:moveTo>
                  <a:pt x="1709077" y="8356613"/>
                </a:moveTo>
                <a:lnTo>
                  <a:pt x="1671485" y="8356613"/>
                </a:lnTo>
                <a:lnTo>
                  <a:pt x="1671485" y="10287368"/>
                </a:lnTo>
                <a:lnTo>
                  <a:pt x="1709077" y="10287368"/>
                </a:lnTo>
                <a:lnTo>
                  <a:pt x="1709077" y="8356613"/>
                </a:lnTo>
                <a:close/>
              </a:path>
              <a:path w="18288000" h="10287635">
                <a:moveTo>
                  <a:pt x="3837127" y="8356613"/>
                </a:moveTo>
                <a:lnTo>
                  <a:pt x="3799522" y="8356613"/>
                </a:lnTo>
                <a:lnTo>
                  <a:pt x="3799522" y="10287368"/>
                </a:lnTo>
                <a:lnTo>
                  <a:pt x="3837127" y="10287368"/>
                </a:lnTo>
                <a:lnTo>
                  <a:pt x="3837127" y="8356613"/>
                </a:lnTo>
                <a:close/>
              </a:path>
              <a:path w="18288000" h="10287635">
                <a:moveTo>
                  <a:pt x="5968924" y="8356613"/>
                </a:moveTo>
                <a:lnTo>
                  <a:pt x="5931319" y="8356613"/>
                </a:lnTo>
                <a:lnTo>
                  <a:pt x="5931319" y="10287368"/>
                </a:lnTo>
                <a:lnTo>
                  <a:pt x="5968924" y="10287368"/>
                </a:lnTo>
                <a:lnTo>
                  <a:pt x="5968924" y="8356613"/>
                </a:lnTo>
                <a:close/>
              </a:path>
              <a:path w="18288000" h="10287635">
                <a:moveTo>
                  <a:pt x="12356668" y="8356613"/>
                </a:moveTo>
                <a:lnTo>
                  <a:pt x="12319064" y="8356613"/>
                </a:lnTo>
                <a:lnTo>
                  <a:pt x="12319064" y="10287368"/>
                </a:lnTo>
                <a:lnTo>
                  <a:pt x="12356668" y="10287368"/>
                </a:lnTo>
                <a:lnTo>
                  <a:pt x="12356668" y="8356613"/>
                </a:lnTo>
                <a:close/>
              </a:path>
              <a:path w="18288000" h="10287635">
                <a:moveTo>
                  <a:pt x="12356668" y="381"/>
                </a:moveTo>
                <a:lnTo>
                  <a:pt x="12322823" y="381"/>
                </a:lnTo>
                <a:lnTo>
                  <a:pt x="12322823" y="1931136"/>
                </a:lnTo>
                <a:lnTo>
                  <a:pt x="12356668" y="1931136"/>
                </a:lnTo>
                <a:lnTo>
                  <a:pt x="12356668" y="381"/>
                </a:lnTo>
                <a:close/>
              </a:path>
              <a:path w="18288000" h="10287635">
                <a:moveTo>
                  <a:pt x="14488465" y="8356613"/>
                </a:moveTo>
                <a:lnTo>
                  <a:pt x="14450860" y="8356613"/>
                </a:lnTo>
                <a:lnTo>
                  <a:pt x="14450860" y="10287368"/>
                </a:lnTo>
                <a:lnTo>
                  <a:pt x="14488465" y="10287368"/>
                </a:lnTo>
                <a:lnTo>
                  <a:pt x="14488465" y="8356613"/>
                </a:lnTo>
                <a:close/>
              </a:path>
              <a:path w="18288000" h="10287635">
                <a:moveTo>
                  <a:pt x="14488465" y="381"/>
                </a:moveTo>
                <a:lnTo>
                  <a:pt x="14450860" y="381"/>
                </a:lnTo>
                <a:lnTo>
                  <a:pt x="14450860" y="1931136"/>
                </a:lnTo>
                <a:lnTo>
                  <a:pt x="14488465" y="1931136"/>
                </a:lnTo>
                <a:lnTo>
                  <a:pt x="14488465" y="381"/>
                </a:lnTo>
                <a:close/>
              </a:path>
              <a:path w="18288000" h="10287635">
                <a:moveTo>
                  <a:pt x="16616502" y="8356613"/>
                </a:moveTo>
                <a:lnTo>
                  <a:pt x="16582670" y="8356613"/>
                </a:lnTo>
                <a:lnTo>
                  <a:pt x="16582670" y="10287368"/>
                </a:lnTo>
                <a:lnTo>
                  <a:pt x="16616502" y="10287368"/>
                </a:lnTo>
                <a:lnTo>
                  <a:pt x="16616502" y="8356613"/>
                </a:lnTo>
                <a:close/>
              </a:path>
              <a:path w="18288000" h="10287635">
                <a:moveTo>
                  <a:pt x="16616502" y="381"/>
                </a:moveTo>
                <a:lnTo>
                  <a:pt x="16582670" y="381"/>
                </a:lnTo>
                <a:lnTo>
                  <a:pt x="16582670" y="1931136"/>
                </a:lnTo>
                <a:lnTo>
                  <a:pt x="16616502" y="1931136"/>
                </a:lnTo>
                <a:lnTo>
                  <a:pt x="16616502" y="381"/>
                </a:lnTo>
                <a:close/>
              </a:path>
              <a:path w="18288000" h="10287635">
                <a:moveTo>
                  <a:pt x="18287988" y="1931670"/>
                </a:moveTo>
                <a:lnTo>
                  <a:pt x="10228758" y="1931670"/>
                </a:lnTo>
                <a:lnTo>
                  <a:pt x="10228758" y="0"/>
                </a:lnTo>
                <a:lnTo>
                  <a:pt x="10191166" y="0"/>
                </a:lnTo>
                <a:lnTo>
                  <a:pt x="10191166" y="381"/>
                </a:lnTo>
                <a:lnTo>
                  <a:pt x="10191026" y="381"/>
                </a:lnTo>
                <a:lnTo>
                  <a:pt x="10191026" y="1931136"/>
                </a:lnTo>
                <a:lnTo>
                  <a:pt x="10191166" y="1931136"/>
                </a:lnTo>
                <a:lnTo>
                  <a:pt x="10191166" y="1931670"/>
                </a:lnTo>
                <a:lnTo>
                  <a:pt x="10191166" y="1968500"/>
                </a:lnTo>
                <a:lnTo>
                  <a:pt x="10191166" y="6228575"/>
                </a:lnTo>
                <a:lnTo>
                  <a:pt x="10191026" y="6228575"/>
                </a:lnTo>
                <a:lnTo>
                  <a:pt x="10191026" y="8322297"/>
                </a:lnTo>
                <a:lnTo>
                  <a:pt x="8096961" y="8322297"/>
                </a:lnTo>
                <a:lnTo>
                  <a:pt x="8096961" y="6228575"/>
                </a:lnTo>
                <a:lnTo>
                  <a:pt x="8096821" y="6228575"/>
                </a:lnTo>
                <a:lnTo>
                  <a:pt x="8096821" y="6228067"/>
                </a:lnTo>
                <a:lnTo>
                  <a:pt x="10191166" y="6228067"/>
                </a:lnTo>
                <a:lnTo>
                  <a:pt x="10191166" y="6191237"/>
                </a:lnTo>
                <a:lnTo>
                  <a:pt x="8096821" y="6191237"/>
                </a:lnTo>
                <a:lnTo>
                  <a:pt x="8096821" y="6190970"/>
                </a:lnTo>
                <a:lnTo>
                  <a:pt x="8096961" y="6190970"/>
                </a:lnTo>
                <a:lnTo>
                  <a:pt x="8096961" y="4097007"/>
                </a:lnTo>
                <a:lnTo>
                  <a:pt x="10191026" y="4097007"/>
                </a:lnTo>
                <a:lnTo>
                  <a:pt x="10191026" y="6190970"/>
                </a:lnTo>
                <a:lnTo>
                  <a:pt x="10191166" y="6190970"/>
                </a:lnTo>
                <a:lnTo>
                  <a:pt x="10191166" y="1968728"/>
                </a:lnTo>
                <a:lnTo>
                  <a:pt x="10191026" y="1968728"/>
                </a:lnTo>
                <a:lnTo>
                  <a:pt x="10191026" y="4058907"/>
                </a:lnTo>
                <a:lnTo>
                  <a:pt x="8096961" y="4058907"/>
                </a:lnTo>
                <a:lnTo>
                  <a:pt x="8096961" y="1968728"/>
                </a:lnTo>
                <a:lnTo>
                  <a:pt x="8096821" y="1968728"/>
                </a:lnTo>
                <a:lnTo>
                  <a:pt x="8096821" y="1968500"/>
                </a:lnTo>
                <a:lnTo>
                  <a:pt x="10191166" y="1968500"/>
                </a:lnTo>
                <a:lnTo>
                  <a:pt x="10191166" y="1931670"/>
                </a:lnTo>
                <a:lnTo>
                  <a:pt x="8096821" y="1931670"/>
                </a:lnTo>
                <a:lnTo>
                  <a:pt x="8096821" y="0"/>
                </a:lnTo>
                <a:lnTo>
                  <a:pt x="8059229" y="0"/>
                </a:lnTo>
                <a:lnTo>
                  <a:pt x="8059229" y="1931670"/>
                </a:lnTo>
                <a:lnTo>
                  <a:pt x="8059229" y="1968500"/>
                </a:lnTo>
                <a:lnTo>
                  <a:pt x="8059229" y="4058907"/>
                </a:lnTo>
                <a:lnTo>
                  <a:pt x="8059229" y="4062717"/>
                </a:lnTo>
                <a:lnTo>
                  <a:pt x="5968924" y="4062717"/>
                </a:lnTo>
                <a:lnTo>
                  <a:pt x="5968924" y="1968728"/>
                </a:lnTo>
                <a:lnTo>
                  <a:pt x="5931319" y="1968728"/>
                </a:lnTo>
                <a:lnTo>
                  <a:pt x="5931319" y="4062717"/>
                </a:lnTo>
                <a:lnTo>
                  <a:pt x="3837127" y="4062717"/>
                </a:lnTo>
                <a:lnTo>
                  <a:pt x="3837127" y="1968728"/>
                </a:lnTo>
                <a:lnTo>
                  <a:pt x="3799522" y="1968728"/>
                </a:lnTo>
                <a:lnTo>
                  <a:pt x="3799522" y="4062717"/>
                </a:lnTo>
                <a:lnTo>
                  <a:pt x="1709077" y="4062717"/>
                </a:lnTo>
                <a:lnTo>
                  <a:pt x="1709077" y="4058907"/>
                </a:lnTo>
                <a:lnTo>
                  <a:pt x="1709077" y="1968500"/>
                </a:lnTo>
                <a:lnTo>
                  <a:pt x="8059229" y="1968500"/>
                </a:lnTo>
                <a:lnTo>
                  <a:pt x="8059229" y="1931670"/>
                </a:lnTo>
                <a:lnTo>
                  <a:pt x="0" y="1931670"/>
                </a:lnTo>
                <a:lnTo>
                  <a:pt x="0" y="1968500"/>
                </a:lnTo>
                <a:lnTo>
                  <a:pt x="1671485" y="1968500"/>
                </a:lnTo>
                <a:lnTo>
                  <a:pt x="1671485" y="4058907"/>
                </a:lnTo>
                <a:lnTo>
                  <a:pt x="0" y="4058907"/>
                </a:lnTo>
                <a:lnTo>
                  <a:pt x="0" y="4062717"/>
                </a:lnTo>
                <a:lnTo>
                  <a:pt x="0" y="4097007"/>
                </a:lnTo>
                <a:lnTo>
                  <a:pt x="1671485" y="4097007"/>
                </a:lnTo>
                <a:lnTo>
                  <a:pt x="1671485" y="6190970"/>
                </a:lnTo>
                <a:lnTo>
                  <a:pt x="1709077" y="6190970"/>
                </a:lnTo>
                <a:lnTo>
                  <a:pt x="1709077" y="4097007"/>
                </a:lnTo>
                <a:lnTo>
                  <a:pt x="3803281" y="4097007"/>
                </a:lnTo>
                <a:lnTo>
                  <a:pt x="3803281" y="6190970"/>
                </a:lnTo>
                <a:lnTo>
                  <a:pt x="3837127" y="6190970"/>
                </a:lnTo>
                <a:lnTo>
                  <a:pt x="3837127" y="4097007"/>
                </a:lnTo>
                <a:lnTo>
                  <a:pt x="5931319" y="4097007"/>
                </a:lnTo>
                <a:lnTo>
                  <a:pt x="5931319" y="6190970"/>
                </a:lnTo>
                <a:lnTo>
                  <a:pt x="5968924" y="6190970"/>
                </a:lnTo>
                <a:lnTo>
                  <a:pt x="5968924" y="4097007"/>
                </a:lnTo>
                <a:lnTo>
                  <a:pt x="8059229" y="4097007"/>
                </a:lnTo>
                <a:lnTo>
                  <a:pt x="8059229" y="6191237"/>
                </a:lnTo>
                <a:lnTo>
                  <a:pt x="0" y="6191237"/>
                </a:lnTo>
                <a:lnTo>
                  <a:pt x="0" y="6228067"/>
                </a:lnTo>
                <a:lnTo>
                  <a:pt x="8059229" y="6228067"/>
                </a:lnTo>
                <a:lnTo>
                  <a:pt x="8059229" y="8322297"/>
                </a:lnTo>
                <a:lnTo>
                  <a:pt x="5968924" y="8322297"/>
                </a:lnTo>
                <a:lnTo>
                  <a:pt x="5968924" y="6228575"/>
                </a:lnTo>
                <a:lnTo>
                  <a:pt x="5931319" y="6228575"/>
                </a:lnTo>
                <a:lnTo>
                  <a:pt x="5931319" y="8322297"/>
                </a:lnTo>
                <a:lnTo>
                  <a:pt x="3837127" y="8322297"/>
                </a:lnTo>
                <a:lnTo>
                  <a:pt x="3837127" y="6228575"/>
                </a:lnTo>
                <a:lnTo>
                  <a:pt x="3803281" y="6228575"/>
                </a:lnTo>
                <a:lnTo>
                  <a:pt x="3803281" y="8322297"/>
                </a:lnTo>
                <a:lnTo>
                  <a:pt x="1709077" y="8322297"/>
                </a:lnTo>
                <a:lnTo>
                  <a:pt x="1709077" y="6228575"/>
                </a:lnTo>
                <a:lnTo>
                  <a:pt x="1671485" y="6228575"/>
                </a:lnTo>
                <a:lnTo>
                  <a:pt x="1671485" y="8322297"/>
                </a:lnTo>
                <a:lnTo>
                  <a:pt x="0" y="8322297"/>
                </a:lnTo>
                <a:lnTo>
                  <a:pt x="0" y="8356587"/>
                </a:lnTo>
                <a:lnTo>
                  <a:pt x="8059229" y="8356587"/>
                </a:lnTo>
                <a:lnTo>
                  <a:pt x="8059229" y="10286987"/>
                </a:lnTo>
                <a:lnTo>
                  <a:pt x="8063128" y="10286987"/>
                </a:lnTo>
                <a:lnTo>
                  <a:pt x="8063128" y="10287368"/>
                </a:lnTo>
                <a:lnTo>
                  <a:pt x="8096961" y="10287368"/>
                </a:lnTo>
                <a:lnTo>
                  <a:pt x="8096961" y="8356613"/>
                </a:lnTo>
                <a:lnTo>
                  <a:pt x="8096821" y="8356613"/>
                </a:lnTo>
                <a:lnTo>
                  <a:pt x="10191166" y="8356587"/>
                </a:lnTo>
                <a:lnTo>
                  <a:pt x="10191026" y="8356613"/>
                </a:lnTo>
                <a:lnTo>
                  <a:pt x="10191026" y="10287368"/>
                </a:lnTo>
                <a:lnTo>
                  <a:pt x="10228618" y="10287368"/>
                </a:lnTo>
                <a:lnTo>
                  <a:pt x="10228618" y="10286987"/>
                </a:lnTo>
                <a:lnTo>
                  <a:pt x="10228758" y="10286987"/>
                </a:lnTo>
                <a:lnTo>
                  <a:pt x="10228758" y="8356587"/>
                </a:lnTo>
                <a:lnTo>
                  <a:pt x="18287988" y="8356587"/>
                </a:lnTo>
                <a:lnTo>
                  <a:pt x="18287988" y="8322297"/>
                </a:lnTo>
                <a:lnTo>
                  <a:pt x="16616502" y="8322297"/>
                </a:lnTo>
                <a:lnTo>
                  <a:pt x="16616502" y="6228575"/>
                </a:lnTo>
                <a:lnTo>
                  <a:pt x="16582670" y="6228575"/>
                </a:lnTo>
                <a:lnTo>
                  <a:pt x="16582670" y="8322297"/>
                </a:lnTo>
                <a:lnTo>
                  <a:pt x="14488465" y="8322297"/>
                </a:lnTo>
                <a:lnTo>
                  <a:pt x="14488465" y="6228575"/>
                </a:lnTo>
                <a:lnTo>
                  <a:pt x="14450860" y="6228575"/>
                </a:lnTo>
                <a:lnTo>
                  <a:pt x="14450860" y="8322297"/>
                </a:lnTo>
                <a:lnTo>
                  <a:pt x="12356668" y="8322297"/>
                </a:lnTo>
                <a:lnTo>
                  <a:pt x="12356668" y="6228575"/>
                </a:lnTo>
                <a:lnTo>
                  <a:pt x="12322823" y="6228575"/>
                </a:lnTo>
                <a:lnTo>
                  <a:pt x="12322823" y="8322297"/>
                </a:lnTo>
                <a:lnTo>
                  <a:pt x="10228758" y="8322297"/>
                </a:lnTo>
                <a:lnTo>
                  <a:pt x="10228758" y="6228067"/>
                </a:lnTo>
                <a:lnTo>
                  <a:pt x="18287988" y="6228067"/>
                </a:lnTo>
                <a:lnTo>
                  <a:pt x="18287988" y="6191237"/>
                </a:lnTo>
                <a:lnTo>
                  <a:pt x="10228758" y="6191237"/>
                </a:lnTo>
                <a:lnTo>
                  <a:pt x="10228758" y="4097007"/>
                </a:lnTo>
                <a:lnTo>
                  <a:pt x="12322823" y="4097007"/>
                </a:lnTo>
                <a:lnTo>
                  <a:pt x="12322823" y="6190970"/>
                </a:lnTo>
                <a:lnTo>
                  <a:pt x="12356668" y="6190970"/>
                </a:lnTo>
                <a:lnTo>
                  <a:pt x="12356668" y="4097007"/>
                </a:lnTo>
                <a:lnTo>
                  <a:pt x="14450860" y="4097007"/>
                </a:lnTo>
                <a:lnTo>
                  <a:pt x="14450860" y="6190970"/>
                </a:lnTo>
                <a:lnTo>
                  <a:pt x="14488465" y="6190970"/>
                </a:lnTo>
                <a:lnTo>
                  <a:pt x="14488465" y="4097007"/>
                </a:lnTo>
                <a:lnTo>
                  <a:pt x="16582670" y="4097007"/>
                </a:lnTo>
                <a:lnTo>
                  <a:pt x="16582670" y="6190970"/>
                </a:lnTo>
                <a:lnTo>
                  <a:pt x="16616502" y="6190970"/>
                </a:lnTo>
                <a:lnTo>
                  <a:pt x="16616502" y="4097007"/>
                </a:lnTo>
                <a:lnTo>
                  <a:pt x="18287988" y="4097007"/>
                </a:lnTo>
                <a:lnTo>
                  <a:pt x="18287988" y="4062717"/>
                </a:lnTo>
                <a:lnTo>
                  <a:pt x="16616502" y="4062717"/>
                </a:lnTo>
                <a:lnTo>
                  <a:pt x="16616502" y="1968728"/>
                </a:lnTo>
                <a:lnTo>
                  <a:pt x="16582670" y="1968728"/>
                </a:lnTo>
                <a:lnTo>
                  <a:pt x="16582670" y="4062717"/>
                </a:lnTo>
                <a:lnTo>
                  <a:pt x="14488465" y="4062717"/>
                </a:lnTo>
                <a:lnTo>
                  <a:pt x="14488465" y="1968728"/>
                </a:lnTo>
                <a:lnTo>
                  <a:pt x="14450860" y="1968728"/>
                </a:lnTo>
                <a:lnTo>
                  <a:pt x="14450860" y="4062717"/>
                </a:lnTo>
                <a:lnTo>
                  <a:pt x="12356668" y="4062717"/>
                </a:lnTo>
                <a:lnTo>
                  <a:pt x="12356668" y="1968728"/>
                </a:lnTo>
                <a:lnTo>
                  <a:pt x="12319064" y="1968728"/>
                </a:lnTo>
                <a:lnTo>
                  <a:pt x="12319064" y="4062717"/>
                </a:lnTo>
                <a:lnTo>
                  <a:pt x="10228758" y="4062717"/>
                </a:lnTo>
                <a:lnTo>
                  <a:pt x="10228758" y="1968500"/>
                </a:lnTo>
                <a:lnTo>
                  <a:pt x="18287988" y="1968500"/>
                </a:lnTo>
                <a:lnTo>
                  <a:pt x="18287988" y="1931670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28699" y="4549642"/>
            <a:ext cx="10420350" cy="4709160"/>
          </a:xfrm>
          <a:custGeom>
            <a:avLst/>
            <a:gdLst/>
            <a:ahLst/>
            <a:cxnLst/>
            <a:rect l="l" t="t" r="r" b="b"/>
            <a:pathLst>
              <a:path w="10420350" h="4709159">
                <a:moveTo>
                  <a:pt x="9934286" y="4708657"/>
                </a:moveTo>
                <a:lnTo>
                  <a:pt x="485775" y="4708657"/>
                </a:lnTo>
                <a:lnTo>
                  <a:pt x="437762" y="4706280"/>
                </a:lnTo>
                <a:lnTo>
                  <a:pt x="390562" y="4699237"/>
                </a:lnTo>
                <a:lnTo>
                  <a:pt x="344494" y="4687660"/>
                </a:lnTo>
                <a:lnTo>
                  <a:pt x="299876" y="4671680"/>
                </a:lnTo>
                <a:lnTo>
                  <a:pt x="257028" y="4651430"/>
                </a:lnTo>
                <a:lnTo>
                  <a:pt x="216266" y="4627042"/>
                </a:lnTo>
                <a:lnTo>
                  <a:pt x="177911" y="4598647"/>
                </a:lnTo>
                <a:lnTo>
                  <a:pt x="142280" y="4566378"/>
                </a:lnTo>
                <a:lnTo>
                  <a:pt x="110010" y="4530746"/>
                </a:lnTo>
                <a:lnTo>
                  <a:pt x="81615" y="4492391"/>
                </a:lnTo>
                <a:lnTo>
                  <a:pt x="57227" y="4451629"/>
                </a:lnTo>
                <a:lnTo>
                  <a:pt x="36977" y="4408780"/>
                </a:lnTo>
                <a:lnTo>
                  <a:pt x="20997" y="4364163"/>
                </a:lnTo>
                <a:lnTo>
                  <a:pt x="9420" y="4318095"/>
                </a:lnTo>
                <a:lnTo>
                  <a:pt x="2377" y="4270895"/>
                </a:lnTo>
                <a:lnTo>
                  <a:pt x="0" y="4222882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9934286" y="0"/>
                </a:lnTo>
                <a:lnTo>
                  <a:pt x="9982299" y="2377"/>
                </a:lnTo>
                <a:lnTo>
                  <a:pt x="10029499" y="9420"/>
                </a:lnTo>
                <a:lnTo>
                  <a:pt x="10075566" y="20997"/>
                </a:lnTo>
                <a:lnTo>
                  <a:pt x="10120184" y="36977"/>
                </a:lnTo>
                <a:lnTo>
                  <a:pt x="10163033" y="57227"/>
                </a:lnTo>
                <a:lnTo>
                  <a:pt x="10203794" y="81615"/>
                </a:lnTo>
                <a:lnTo>
                  <a:pt x="10242150" y="110010"/>
                </a:lnTo>
                <a:lnTo>
                  <a:pt x="10277780" y="142280"/>
                </a:lnTo>
                <a:lnTo>
                  <a:pt x="10310050" y="177911"/>
                </a:lnTo>
                <a:lnTo>
                  <a:pt x="10338445" y="216266"/>
                </a:lnTo>
                <a:lnTo>
                  <a:pt x="10362833" y="257028"/>
                </a:lnTo>
                <a:lnTo>
                  <a:pt x="10383084" y="299876"/>
                </a:lnTo>
                <a:lnTo>
                  <a:pt x="10399063" y="344494"/>
                </a:lnTo>
                <a:lnTo>
                  <a:pt x="10410641" y="390562"/>
                </a:lnTo>
                <a:lnTo>
                  <a:pt x="10417684" y="437762"/>
                </a:lnTo>
                <a:lnTo>
                  <a:pt x="10420061" y="485775"/>
                </a:lnTo>
                <a:lnTo>
                  <a:pt x="10420061" y="4222882"/>
                </a:lnTo>
                <a:lnTo>
                  <a:pt x="10417684" y="4270895"/>
                </a:lnTo>
                <a:lnTo>
                  <a:pt x="10410641" y="4318095"/>
                </a:lnTo>
                <a:lnTo>
                  <a:pt x="10399063" y="4364163"/>
                </a:lnTo>
                <a:lnTo>
                  <a:pt x="10383084" y="4408780"/>
                </a:lnTo>
                <a:lnTo>
                  <a:pt x="10362833" y="4451629"/>
                </a:lnTo>
                <a:lnTo>
                  <a:pt x="10338445" y="4492391"/>
                </a:lnTo>
                <a:lnTo>
                  <a:pt x="10310050" y="4530746"/>
                </a:lnTo>
                <a:lnTo>
                  <a:pt x="10277780" y="4566378"/>
                </a:lnTo>
                <a:lnTo>
                  <a:pt x="10242150" y="4598647"/>
                </a:lnTo>
                <a:lnTo>
                  <a:pt x="10203794" y="4627042"/>
                </a:lnTo>
                <a:lnTo>
                  <a:pt x="10163033" y="4651430"/>
                </a:lnTo>
                <a:lnTo>
                  <a:pt x="10120184" y="4671680"/>
                </a:lnTo>
                <a:lnTo>
                  <a:pt x="10075566" y="4687660"/>
                </a:lnTo>
                <a:lnTo>
                  <a:pt x="10029499" y="4699237"/>
                </a:lnTo>
                <a:lnTo>
                  <a:pt x="9982299" y="4706280"/>
                </a:lnTo>
                <a:lnTo>
                  <a:pt x="9934286" y="4708657"/>
                </a:lnTo>
                <a:close/>
              </a:path>
            </a:pathLst>
          </a:custGeom>
          <a:solidFill>
            <a:srgbClr val="071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5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AC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2544"/>
            <a:ext cx="17832070" cy="10245090"/>
          </a:xfrm>
          <a:custGeom>
            <a:avLst/>
            <a:gdLst/>
            <a:ahLst/>
            <a:cxnLst/>
            <a:rect l="l" t="t" r="r" b="b"/>
            <a:pathLst>
              <a:path w="17832070" h="10245090">
                <a:moveTo>
                  <a:pt x="792822" y="8557273"/>
                </a:moveTo>
                <a:lnTo>
                  <a:pt x="755230" y="8557273"/>
                </a:lnTo>
                <a:lnTo>
                  <a:pt x="755230" y="10244455"/>
                </a:lnTo>
                <a:lnTo>
                  <a:pt x="792822" y="10244455"/>
                </a:lnTo>
                <a:lnTo>
                  <a:pt x="792822" y="8557273"/>
                </a:lnTo>
                <a:close/>
              </a:path>
              <a:path w="17832070" h="10245090">
                <a:moveTo>
                  <a:pt x="2920860" y="8557273"/>
                </a:moveTo>
                <a:lnTo>
                  <a:pt x="2883268" y="8557273"/>
                </a:lnTo>
                <a:lnTo>
                  <a:pt x="2883268" y="10244455"/>
                </a:lnTo>
                <a:lnTo>
                  <a:pt x="2920860" y="10244455"/>
                </a:lnTo>
                <a:lnTo>
                  <a:pt x="2920860" y="8557273"/>
                </a:lnTo>
                <a:close/>
              </a:path>
              <a:path w="17832070" h="10245090">
                <a:moveTo>
                  <a:pt x="5052669" y="8557273"/>
                </a:moveTo>
                <a:lnTo>
                  <a:pt x="5015065" y="8557273"/>
                </a:lnTo>
                <a:lnTo>
                  <a:pt x="5015065" y="10244455"/>
                </a:lnTo>
                <a:lnTo>
                  <a:pt x="5052669" y="10244455"/>
                </a:lnTo>
                <a:lnTo>
                  <a:pt x="5052669" y="8557273"/>
                </a:lnTo>
                <a:close/>
              </a:path>
              <a:path w="17832070" h="10245090">
                <a:moveTo>
                  <a:pt x="11440401" y="8557273"/>
                </a:moveTo>
                <a:lnTo>
                  <a:pt x="11402809" y="8557273"/>
                </a:lnTo>
                <a:lnTo>
                  <a:pt x="11402809" y="10244455"/>
                </a:lnTo>
                <a:lnTo>
                  <a:pt x="11440401" y="10244455"/>
                </a:lnTo>
                <a:lnTo>
                  <a:pt x="11440401" y="8557273"/>
                </a:lnTo>
                <a:close/>
              </a:path>
              <a:path w="17832070" h="10245090">
                <a:moveTo>
                  <a:pt x="13572211" y="8557273"/>
                </a:moveTo>
                <a:lnTo>
                  <a:pt x="13534606" y="8557273"/>
                </a:lnTo>
                <a:lnTo>
                  <a:pt x="13534606" y="10244455"/>
                </a:lnTo>
                <a:lnTo>
                  <a:pt x="13572211" y="10244455"/>
                </a:lnTo>
                <a:lnTo>
                  <a:pt x="13572211" y="8557273"/>
                </a:lnTo>
                <a:close/>
              </a:path>
              <a:path w="17832070" h="10245090">
                <a:moveTo>
                  <a:pt x="15700248" y="8557273"/>
                </a:moveTo>
                <a:lnTo>
                  <a:pt x="15666415" y="8557273"/>
                </a:lnTo>
                <a:lnTo>
                  <a:pt x="15666415" y="10244455"/>
                </a:lnTo>
                <a:lnTo>
                  <a:pt x="15700248" y="10244455"/>
                </a:lnTo>
                <a:lnTo>
                  <a:pt x="15700248" y="8557273"/>
                </a:lnTo>
                <a:close/>
              </a:path>
              <a:path w="17832070" h="10245090">
                <a:moveTo>
                  <a:pt x="17832045" y="8557273"/>
                </a:moveTo>
                <a:lnTo>
                  <a:pt x="17794453" y="8557273"/>
                </a:lnTo>
                <a:lnTo>
                  <a:pt x="17794453" y="10244455"/>
                </a:lnTo>
                <a:lnTo>
                  <a:pt x="17832045" y="10244455"/>
                </a:lnTo>
                <a:lnTo>
                  <a:pt x="17832045" y="8557273"/>
                </a:lnTo>
                <a:close/>
              </a:path>
              <a:path w="17832070" h="10245090">
                <a:moveTo>
                  <a:pt x="17832045" y="0"/>
                </a:moveTo>
                <a:lnTo>
                  <a:pt x="9312504" y="0"/>
                </a:lnTo>
                <a:lnTo>
                  <a:pt x="9274912" y="0"/>
                </a:lnTo>
                <a:lnTo>
                  <a:pt x="9274912" y="2131796"/>
                </a:lnTo>
                <a:lnTo>
                  <a:pt x="9274912" y="6429235"/>
                </a:lnTo>
                <a:lnTo>
                  <a:pt x="9274772" y="6429235"/>
                </a:lnTo>
                <a:lnTo>
                  <a:pt x="9274772" y="8522957"/>
                </a:lnTo>
                <a:lnTo>
                  <a:pt x="7180707" y="8522957"/>
                </a:lnTo>
                <a:lnTo>
                  <a:pt x="7180707" y="6429235"/>
                </a:lnTo>
                <a:lnTo>
                  <a:pt x="7180567" y="6429235"/>
                </a:lnTo>
                <a:lnTo>
                  <a:pt x="7180567" y="6428740"/>
                </a:lnTo>
                <a:lnTo>
                  <a:pt x="9274912" y="6428740"/>
                </a:lnTo>
                <a:lnTo>
                  <a:pt x="9274912" y="6391910"/>
                </a:lnTo>
                <a:lnTo>
                  <a:pt x="7180567" y="6391910"/>
                </a:lnTo>
                <a:lnTo>
                  <a:pt x="7180567" y="6391630"/>
                </a:lnTo>
                <a:lnTo>
                  <a:pt x="7180707" y="6391630"/>
                </a:lnTo>
                <a:lnTo>
                  <a:pt x="7180707" y="4297680"/>
                </a:lnTo>
                <a:lnTo>
                  <a:pt x="9274772" y="4297680"/>
                </a:lnTo>
                <a:lnTo>
                  <a:pt x="9274772" y="6391630"/>
                </a:lnTo>
                <a:lnTo>
                  <a:pt x="9274912" y="6391630"/>
                </a:lnTo>
                <a:lnTo>
                  <a:pt x="9274912" y="2169388"/>
                </a:lnTo>
                <a:lnTo>
                  <a:pt x="9274772" y="2169388"/>
                </a:lnTo>
                <a:lnTo>
                  <a:pt x="9274772" y="4259580"/>
                </a:lnTo>
                <a:lnTo>
                  <a:pt x="7180707" y="4259580"/>
                </a:lnTo>
                <a:lnTo>
                  <a:pt x="7180707" y="2169388"/>
                </a:lnTo>
                <a:lnTo>
                  <a:pt x="7180567" y="2169388"/>
                </a:lnTo>
                <a:lnTo>
                  <a:pt x="7180567" y="2169160"/>
                </a:lnTo>
                <a:lnTo>
                  <a:pt x="9274912" y="2169160"/>
                </a:lnTo>
                <a:lnTo>
                  <a:pt x="9274912" y="2132330"/>
                </a:lnTo>
                <a:lnTo>
                  <a:pt x="7180567" y="2132330"/>
                </a:lnTo>
                <a:lnTo>
                  <a:pt x="7180567" y="2131796"/>
                </a:lnTo>
                <a:lnTo>
                  <a:pt x="7180707" y="2131796"/>
                </a:lnTo>
                <a:lnTo>
                  <a:pt x="7180707" y="38100"/>
                </a:lnTo>
                <a:lnTo>
                  <a:pt x="9274772" y="38100"/>
                </a:lnTo>
                <a:lnTo>
                  <a:pt x="9274772" y="2131796"/>
                </a:lnTo>
                <a:lnTo>
                  <a:pt x="9274912" y="2131796"/>
                </a:lnTo>
                <a:lnTo>
                  <a:pt x="9274912" y="0"/>
                </a:lnTo>
                <a:lnTo>
                  <a:pt x="7142962" y="0"/>
                </a:lnTo>
                <a:lnTo>
                  <a:pt x="0" y="0"/>
                </a:lnTo>
                <a:lnTo>
                  <a:pt x="0" y="38100"/>
                </a:lnTo>
                <a:lnTo>
                  <a:pt x="755230" y="38100"/>
                </a:lnTo>
                <a:lnTo>
                  <a:pt x="755230" y="2131796"/>
                </a:lnTo>
                <a:lnTo>
                  <a:pt x="792822" y="2131796"/>
                </a:lnTo>
                <a:lnTo>
                  <a:pt x="792822" y="38100"/>
                </a:lnTo>
                <a:lnTo>
                  <a:pt x="2887027" y="38100"/>
                </a:lnTo>
                <a:lnTo>
                  <a:pt x="2887027" y="2131796"/>
                </a:lnTo>
                <a:lnTo>
                  <a:pt x="2920860" y="2131796"/>
                </a:lnTo>
                <a:lnTo>
                  <a:pt x="2920860" y="38100"/>
                </a:lnTo>
                <a:lnTo>
                  <a:pt x="5015065" y="38100"/>
                </a:lnTo>
                <a:lnTo>
                  <a:pt x="5015065" y="2131796"/>
                </a:lnTo>
                <a:lnTo>
                  <a:pt x="5052669" y="2131796"/>
                </a:lnTo>
                <a:lnTo>
                  <a:pt x="5052669" y="38100"/>
                </a:lnTo>
                <a:lnTo>
                  <a:pt x="7142962" y="38100"/>
                </a:lnTo>
                <a:lnTo>
                  <a:pt x="7142962" y="2132330"/>
                </a:lnTo>
                <a:lnTo>
                  <a:pt x="7142962" y="2169160"/>
                </a:lnTo>
                <a:lnTo>
                  <a:pt x="7142962" y="4259580"/>
                </a:lnTo>
                <a:lnTo>
                  <a:pt x="7142962" y="4263390"/>
                </a:lnTo>
                <a:lnTo>
                  <a:pt x="5052669" y="4263390"/>
                </a:lnTo>
                <a:lnTo>
                  <a:pt x="5052669" y="2169388"/>
                </a:lnTo>
                <a:lnTo>
                  <a:pt x="5015065" y="2169388"/>
                </a:lnTo>
                <a:lnTo>
                  <a:pt x="5015065" y="4263390"/>
                </a:lnTo>
                <a:lnTo>
                  <a:pt x="2920860" y="4263390"/>
                </a:lnTo>
                <a:lnTo>
                  <a:pt x="2920860" y="2169388"/>
                </a:lnTo>
                <a:lnTo>
                  <a:pt x="2883268" y="2169388"/>
                </a:lnTo>
                <a:lnTo>
                  <a:pt x="2883268" y="4263390"/>
                </a:lnTo>
                <a:lnTo>
                  <a:pt x="792822" y="4263390"/>
                </a:lnTo>
                <a:lnTo>
                  <a:pt x="792822" y="4259580"/>
                </a:lnTo>
                <a:lnTo>
                  <a:pt x="792822" y="2169160"/>
                </a:lnTo>
                <a:lnTo>
                  <a:pt x="7142962" y="2169160"/>
                </a:lnTo>
                <a:lnTo>
                  <a:pt x="7142962" y="2132330"/>
                </a:lnTo>
                <a:lnTo>
                  <a:pt x="0" y="2132330"/>
                </a:lnTo>
                <a:lnTo>
                  <a:pt x="0" y="2169160"/>
                </a:lnTo>
                <a:lnTo>
                  <a:pt x="755230" y="2169160"/>
                </a:lnTo>
                <a:lnTo>
                  <a:pt x="755230" y="4259580"/>
                </a:lnTo>
                <a:lnTo>
                  <a:pt x="0" y="4259580"/>
                </a:lnTo>
                <a:lnTo>
                  <a:pt x="0" y="4263390"/>
                </a:lnTo>
                <a:lnTo>
                  <a:pt x="0" y="4297680"/>
                </a:lnTo>
                <a:lnTo>
                  <a:pt x="755230" y="4297680"/>
                </a:lnTo>
                <a:lnTo>
                  <a:pt x="755230" y="6391630"/>
                </a:lnTo>
                <a:lnTo>
                  <a:pt x="792822" y="6391630"/>
                </a:lnTo>
                <a:lnTo>
                  <a:pt x="792822" y="4297680"/>
                </a:lnTo>
                <a:lnTo>
                  <a:pt x="2887027" y="4297680"/>
                </a:lnTo>
                <a:lnTo>
                  <a:pt x="2887027" y="6391630"/>
                </a:lnTo>
                <a:lnTo>
                  <a:pt x="2920860" y="6391630"/>
                </a:lnTo>
                <a:lnTo>
                  <a:pt x="2920860" y="4297680"/>
                </a:lnTo>
                <a:lnTo>
                  <a:pt x="5015065" y="4297680"/>
                </a:lnTo>
                <a:lnTo>
                  <a:pt x="5015065" y="6391630"/>
                </a:lnTo>
                <a:lnTo>
                  <a:pt x="5052669" y="6391630"/>
                </a:lnTo>
                <a:lnTo>
                  <a:pt x="5052669" y="4297680"/>
                </a:lnTo>
                <a:lnTo>
                  <a:pt x="7142962" y="4297680"/>
                </a:lnTo>
                <a:lnTo>
                  <a:pt x="7142962" y="6391910"/>
                </a:lnTo>
                <a:lnTo>
                  <a:pt x="0" y="6391910"/>
                </a:lnTo>
                <a:lnTo>
                  <a:pt x="0" y="6428740"/>
                </a:lnTo>
                <a:lnTo>
                  <a:pt x="7142962" y="6428740"/>
                </a:lnTo>
                <a:lnTo>
                  <a:pt x="7142962" y="8522957"/>
                </a:lnTo>
                <a:lnTo>
                  <a:pt x="5052669" y="8522957"/>
                </a:lnTo>
                <a:lnTo>
                  <a:pt x="5052669" y="6429235"/>
                </a:lnTo>
                <a:lnTo>
                  <a:pt x="5015065" y="6429235"/>
                </a:lnTo>
                <a:lnTo>
                  <a:pt x="5015065" y="8522957"/>
                </a:lnTo>
                <a:lnTo>
                  <a:pt x="2920860" y="8522957"/>
                </a:lnTo>
                <a:lnTo>
                  <a:pt x="2920860" y="6429235"/>
                </a:lnTo>
                <a:lnTo>
                  <a:pt x="2887027" y="6429235"/>
                </a:lnTo>
                <a:lnTo>
                  <a:pt x="2887027" y="8522957"/>
                </a:lnTo>
                <a:lnTo>
                  <a:pt x="792822" y="8522957"/>
                </a:lnTo>
                <a:lnTo>
                  <a:pt x="792822" y="6429235"/>
                </a:lnTo>
                <a:lnTo>
                  <a:pt x="755230" y="6429235"/>
                </a:lnTo>
                <a:lnTo>
                  <a:pt x="755230" y="8522957"/>
                </a:lnTo>
                <a:lnTo>
                  <a:pt x="0" y="8522957"/>
                </a:lnTo>
                <a:lnTo>
                  <a:pt x="0" y="8557247"/>
                </a:lnTo>
                <a:lnTo>
                  <a:pt x="7142962" y="8557247"/>
                </a:lnTo>
                <a:lnTo>
                  <a:pt x="7142962" y="10245077"/>
                </a:lnTo>
                <a:lnTo>
                  <a:pt x="7180567" y="10245077"/>
                </a:lnTo>
                <a:lnTo>
                  <a:pt x="7180567" y="10244455"/>
                </a:lnTo>
                <a:lnTo>
                  <a:pt x="7180707" y="10244455"/>
                </a:lnTo>
                <a:lnTo>
                  <a:pt x="7180707" y="8557273"/>
                </a:lnTo>
                <a:lnTo>
                  <a:pt x="7180567" y="8557273"/>
                </a:lnTo>
                <a:lnTo>
                  <a:pt x="9274912" y="8557247"/>
                </a:lnTo>
                <a:lnTo>
                  <a:pt x="9274772" y="8557273"/>
                </a:lnTo>
                <a:lnTo>
                  <a:pt x="9274772" y="10244455"/>
                </a:lnTo>
                <a:lnTo>
                  <a:pt x="9274912" y="10244455"/>
                </a:lnTo>
                <a:lnTo>
                  <a:pt x="9274912" y="10245077"/>
                </a:lnTo>
                <a:lnTo>
                  <a:pt x="9312504" y="10245077"/>
                </a:lnTo>
                <a:lnTo>
                  <a:pt x="9312504" y="8557247"/>
                </a:lnTo>
                <a:lnTo>
                  <a:pt x="17832045" y="8557247"/>
                </a:lnTo>
                <a:lnTo>
                  <a:pt x="17832045" y="8523440"/>
                </a:lnTo>
                <a:lnTo>
                  <a:pt x="17832045" y="8522957"/>
                </a:lnTo>
                <a:lnTo>
                  <a:pt x="17832045" y="6429235"/>
                </a:lnTo>
                <a:lnTo>
                  <a:pt x="17794453" y="6429235"/>
                </a:lnTo>
                <a:lnTo>
                  <a:pt x="17794453" y="8522957"/>
                </a:lnTo>
                <a:lnTo>
                  <a:pt x="15700248" y="8522957"/>
                </a:lnTo>
                <a:lnTo>
                  <a:pt x="15700248" y="6429235"/>
                </a:lnTo>
                <a:lnTo>
                  <a:pt x="15666415" y="6429235"/>
                </a:lnTo>
                <a:lnTo>
                  <a:pt x="15666415" y="8522957"/>
                </a:lnTo>
                <a:lnTo>
                  <a:pt x="13572211" y="8522957"/>
                </a:lnTo>
                <a:lnTo>
                  <a:pt x="13572211" y="6429235"/>
                </a:lnTo>
                <a:lnTo>
                  <a:pt x="13534606" y="6429235"/>
                </a:lnTo>
                <a:lnTo>
                  <a:pt x="13534606" y="8522957"/>
                </a:lnTo>
                <a:lnTo>
                  <a:pt x="11440401" y="8522957"/>
                </a:lnTo>
                <a:lnTo>
                  <a:pt x="11440401" y="6429235"/>
                </a:lnTo>
                <a:lnTo>
                  <a:pt x="11406569" y="6429235"/>
                </a:lnTo>
                <a:lnTo>
                  <a:pt x="11406569" y="8522957"/>
                </a:lnTo>
                <a:lnTo>
                  <a:pt x="9312504" y="8522957"/>
                </a:lnTo>
                <a:lnTo>
                  <a:pt x="9312504" y="6428740"/>
                </a:lnTo>
                <a:lnTo>
                  <a:pt x="17832045" y="6428740"/>
                </a:lnTo>
                <a:lnTo>
                  <a:pt x="17832045" y="6391910"/>
                </a:lnTo>
                <a:lnTo>
                  <a:pt x="9312504" y="6391910"/>
                </a:lnTo>
                <a:lnTo>
                  <a:pt x="9312504" y="4297680"/>
                </a:lnTo>
                <a:lnTo>
                  <a:pt x="11406569" y="4297680"/>
                </a:lnTo>
                <a:lnTo>
                  <a:pt x="11406569" y="6391630"/>
                </a:lnTo>
                <a:lnTo>
                  <a:pt x="11440401" y="6391630"/>
                </a:lnTo>
                <a:lnTo>
                  <a:pt x="11440401" y="4297680"/>
                </a:lnTo>
                <a:lnTo>
                  <a:pt x="13534606" y="4297680"/>
                </a:lnTo>
                <a:lnTo>
                  <a:pt x="13534606" y="6391630"/>
                </a:lnTo>
                <a:lnTo>
                  <a:pt x="13572211" y="6391630"/>
                </a:lnTo>
                <a:lnTo>
                  <a:pt x="13572211" y="4297680"/>
                </a:lnTo>
                <a:lnTo>
                  <a:pt x="15666415" y="4297680"/>
                </a:lnTo>
                <a:lnTo>
                  <a:pt x="15666415" y="6391630"/>
                </a:lnTo>
                <a:lnTo>
                  <a:pt x="15700248" y="6391630"/>
                </a:lnTo>
                <a:lnTo>
                  <a:pt x="15700248" y="4297680"/>
                </a:lnTo>
                <a:lnTo>
                  <a:pt x="17794453" y="4297680"/>
                </a:lnTo>
                <a:lnTo>
                  <a:pt x="17794453" y="6391630"/>
                </a:lnTo>
                <a:lnTo>
                  <a:pt x="17832045" y="6391630"/>
                </a:lnTo>
                <a:lnTo>
                  <a:pt x="17832045" y="2169388"/>
                </a:lnTo>
                <a:lnTo>
                  <a:pt x="17794453" y="2169388"/>
                </a:lnTo>
                <a:lnTo>
                  <a:pt x="17794453" y="4263390"/>
                </a:lnTo>
                <a:lnTo>
                  <a:pt x="15700248" y="4263390"/>
                </a:lnTo>
                <a:lnTo>
                  <a:pt x="15700248" y="2169388"/>
                </a:lnTo>
                <a:lnTo>
                  <a:pt x="15666415" y="2169388"/>
                </a:lnTo>
                <a:lnTo>
                  <a:pt x="15666415" y="4263390"/>
                </a:lnTo>
                <a:lnTo>
                  <a:pt x="13572211" y="4263390"/>
                </a:lnTo>
                <a:lnTo>
                  <a:pt x="13572211" y="2169388"/>
                </a:lnTo>
                <a:lnTo>
                  <a:pt x="13534606" y="2169388"/>
                </a:lnTo>
                <a:lnTo>
                  <a:pt x="13534606" y="4263390"/>
                </a:lnTo>
                <a:lnTo>
                  <a:pt x="11440401" y="4263390"/>
                </a:lnTo>
                <a:lnTo>
                  <a:pt x="11440401" y="2169388"/>
                </a:lnTo>
                <a:lnTo>
                  <a:pt x="11402809" y="2169388"/>
                </a:lnTo>
                <a:lnTo>
                  <a:pt x="11402809" y="4263390"/>
                </a:lnTo>
                <a:lnTo>
                  <a:pt x="9312504" y="4263390"/>
                </a:lnTo>
                <a:lnTo>
                  <a:pt x="9312504" y="2169160"/>
                </a:lnTo>
                <a:lnTo>
                  <a:pt x="17832045" y="2169160"/>
                </a:lnTo>
                <a:lnTo>
                  <a:pt x="17832045" y="2132330"/>
                </a:lnTo>
                <a:lnTo>
                  <a:pt x="9312504" y="2132330"/>
                </a:lnTo>
                <a:lnTo>
                  <a:pt x="9312504" y="38100"/>
                </a:lnTo>
                <a:lnTo>
                  <a:pt x="11406569" y="38100"/>
                </a:lnTo>
                <a:lnTo>
                  <a:pt x="11406569" y="2131796"/>
                </a:lnTo>
                <a:lnTo>
                  <a:pt x="11440401" y="2131796"/>
                </a:lnTo>
                <a:lnTo>
                  <a:pt x="11440401" y="38100"/>
                </a:lnTo>
                <a:lnTo>
                  <a:pt x="13534606" y="38100"/>
                </a:lnTo>
                <a:lnTo>
                  <a:pt x="13534606" y="2131796"/>
                </a:lnTo>
                <a:lnTo>
                  <a:pt x="13572211" y="2131796"/>
                </a:lnTo>
                <a:lnTo>
                  <a:pt x="13572211" y="38100"/>
                </a:lnTo>
                <a:lnTo>
                  <a:pt x="15666415" y="38100"/>
                </a:lnTo>
                <a:lnTo>
                  <a:pt x="15666415" y="2131796"/>
                </a:lnTo>
                <a:lnTo>
                  <a:pt x="15700248" y="2131796"/>
                </a:lnTo>
                <a:lnTo>
                  <a:pt x="15700248" y="38100"/>
                </a:lnTo>
                <a:lnTo>
                  <a:pt x="17794453" y="38100"/>
                </a:lnTo>
                <a:lnTo>
                  <a:pt x="17794453" y="2131796"/>
                </a:lnTo>
                <a:lnTo>
                  <a:pt x="17832045" y="2131796"/>
                </a:lnTo>
                <a:lnTo>
                  <a:pt x="17832045" y="38100"/>
                </a:lnTo>
                <a:lnTo>
                  <a:pt x="17832045" y="37592"/>
                </a:lnTo>
                <a:lnTo>
                  <a:pt x="17832045" y="0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28687" y="1028712"/>
            <a:ext cx="16229330" cy="7635240"/>
          </a:xfrm>
          <a:custGeom>
            <a:avLst/>
            <a:gdLst/>
            <a:ahLst/>
            <a:cxnLst/>
            <a:rect l="l" t="t" r="r" b="b"/>
            <a:pathLst>
              <a:path w="16229330" h="7635240">
                <a:moveTo>
                  <a:pt x="10410622" y="2116201"/>
                </a:moveTo>
                <a:lnTo>
                  <a:pt x="10399065" y="2070138"/>
                </a:lnTo>
                <a:lnTo>
                  <a:pt x="10383088" y="2025523"/>
                </a:lnTo>
                <a:lnTo>
                  <a:pt x="10362844" y="1982673"/>
                </a:lnTo>
                <a:lnTo>
                  <a:pt x="10338448" y="1941906"/>
                </a:lnTo>
                <a:lnTo>
                  <a:pt x="10310063" y="1903552"/>
                </a:lnTo>
                <a:lnTo>
                  <a:pt x="10277792" y="1867928"/>
                </a:lnTo>
                <a:lnTo>
                  <a:pt x="10242156" y="1835658"/>
                </a:lnTo>
                <a:lnTo>
                  <a:pt x="10203802" y="1807260"/>
                </a:lnTo>
                <a:lnTo>
                  <a:pt x="10163035" y="1782876"/>
                </a:lnTo>
                <a:lnTo>
                  <a:pt x="10120185" y="1762620"/>
                </a:lnTo>
                <a:lnTo>
                  <a:pt x="10075570" y="1746643"/>
                </a:lnTo>
                <a:lnTo>
                  <a:pt x="10029507" y="1735061"/>
                </a:lnTo>
                <a:lnTo>
                  <a:pt x="9982302" y="1728025"/>
                </a:lnTo>
                <a:lnTo>
                  <a:pt x="9934296" y="1725637"/>
                </a:lnTo>
                <a:lnTo>
                  <a:pt x="485787" y="1725637"/>
                </a:lnTo>
                <a:lnTo>
                  <a:pt x="437769" y="1728025"/>
                </a:lnTo>
                <a:lnTo>
                  <a:pt x="390563" y="1735061"/>
                </a:lnTo>
                <a:lnTo>
                  <a:pt x="344500" y="1746643"/>
                </a:lnTo>
                <a:lnTo>
                  <a:pt x="299885" y="1762620"/>
                </a:lnTo>
                <a:lnTo>
                  <a:pt x="257035" y="1782876"/>
                </a:lnTo>
                <a:lnTo>
                  <a:pt x="216268" y="1807260"/>
                </a:lnTo>
                <a:lnTo>
                  <a:pt x="177914" y="1835658"/>
                </a:lnTo>
                <a:lnTo>
                  <a:pt x="142290" y="1867928"/>
                </a:lnTo>
                <a:lnTo>
                  <a:pt x="110020" y="1903552"/>
                </a:lnTo>
                <a:lnTo>
                  <a:pt x="81622" y="1941906"/>
                </a:lnTo>
                <a:lnTo>
                  <a:pt x="57238" y="1982673"/>
                </a:lnTo>
                <a:lnTo>
                  <a:pt x="36982" y="2025523"/>
                </a:lnTo>
                <a:lnTo>
                  <a:pt x="21005" y="2070138"/>
                </a:lnTo>
                <a:lnTo>
                  <a:pt x="9423" y="2116201"/>
                </a:lnTo>
                <a:lnTo>
                  <a:pt x="2387" y="2163407"/>
                </a:lnTo>
                <a:lnTo>
                  <a:pt x="0" y="2211413"/>
                </a:lnTo>
                <a:lnTo>
                  <a:pt x="0" y="7149224"/>
                </a:lnTo>
                <a:lnTo>
                  <a:pt x="2387" y="7197230"/>
                </a:lnTo>
                <a:lnTo>
                  <a:pt x="9423" y="7244435"/>
                </a:lnTo>
                <a:lnTo>
                  <a:pt x="21005" y="7290498"/>
                </a:lnTo>
                <a:lnTo>
                  <a:pt x="36982" y="7335113"/>
                </a:lnTo>
                <a:lnTo>
                  <a:pt x="57238" y="7377963"/>
                </a:lnTo>
                <a:lnTo>
                  <a:pt x="81622" y="7418730"/>
                </a:lnTo>
                <a:lnTo>
                  <a:pt x="110020" y="7457084"/>
                </a:lnTo>
                <a:lnTo>
                  <a:pt x="142290" y="7492708"/>
                </a:lnTo>
                <a:lnTo>
                  <a:pt x="177914" y="7524978"/>
                </a:lnTo>
                <a:lnTo>
                  <a:pt x="216268" y="7553376"/>
                </a:lnTo>
                <a:lnTo>
                  <a:pt x="257035" y="7577772"/>
                </a:lnTo>
                <a:lnTo>
                  <a:pt x="299885" y="7598016"/>
                </a:lnTo>
                <a:lnTo>
                  <a:pt x="344500" y="7613993"/>
                </a:lnTo>
                <a:lnTo>
                  <a:pt x="390563" y="7625575"/>
                </a:lnTo>
                <a:lnTo>
                  <a:pt x="437769" y="7632611"/>
                </a:lnTo>
                <a:lnTo>
                  <a:pt x="485787" y="7634999"/>
                </a:lnTo>
                <a:lnTo>
                  <a:pt x="9934296" y="7634999"/>
                </a:lnTo>
                <a:lnTo>
                  <a:pt x="9982302" y="7632611"/>
                </a:lnTo>
                <a:lnTo>
                  <a:pt x="10029507" y="7625575"/>
                </a:lnTo>
                <a:lnTo>
                  <a:pt x="10075570" y="7613993"/>
                </a:lnTo>
                <a:lnTo>
                  <a:pt x="10120185" y="7598016"/>
                </a:lnTo>
                <a:lnTo>
                  <a:pt x="10163035" y="7577772"/>
                </a:lnTo>
                <a:lnTo>
                  <a:pt x="10203802" y="7553376"/>
                </a:lnTo>
                <a:lnTo>
                  <a:pt x="10242156" y="7524978"/>
                </a:lnTo>
                <a:lnTo>
                  <a:pt x="10277792" y="7492708"/>
                </a:lnTo>
                <a:lnTo>
                  <a:pt x="10310063" y="7457084"/>
                </a:lnTo>
                <a:lnTo>
                  <a:pt x="10338448" y="7418730"/>
                </a:lnTo>
                <a:lnTo>
                  <a:pt x="10362844" y="7377963"/>
                </a:lnTo>
                <a:lnTo>
                  <a:pt x="10383088" y="7335113"/>
                </a:lnTo>
                <a:lnTo>
                  <a:pt x="10399065" y="7290498"/>
                </a:lnTo>
                <a:lnTo>
                  <a:pt x="10410622" y="7244435"/>
                </a:lnTo>
                <a:lnTo>
                  <a:pt x="10410622" y="2116201"/>
                </a:lnTo>
                <a:close/>
              </a:path>
              <a:path w="16229330" h="7635240">
                <a:moveTo>
                  <a:pt x="16229254" y="152514"/>
                </a:moveTo>
                <a:lnTo>
                  <a:pt x="16217862" y="99949"/>
                </a:lnTo>
                <a:lnTo>
                  <a:pt x="16182759" y="47421"/>
                </a:lnTo>
                <a:lnTo>
                  <a:pt x="16130219" y="12319"/>
                </a:lnTo>
                <a:lnTo>
                  <a:pt x="16068256" y="0"/>
                </a:lnTo>
                <a:lnTo>
                  <a:pt x="10995635" y="0"/>
                </a:lnTo>
                <a:lnTo>
                  <a:pt x="10933659" y="12319"/>
                </a:lnTo>
                <a:lnTo>
                  <a:pt x="10881131" y="47421"/>
                </a:lnTo>
                <a:lnTo>
                  <a:pt x="10846029" y="99949"/>
                </a:lnTo>
                <a:lnTo>
                  <a:pt x="10833710" y="161925"/>
                </a:lnTo>
                <a:lnTo>
                  <a:pt x="10833710" y="3531273"/>
                </a:lnTo>
                <a:lnTo>
                  <a:pt x="10846029" y="3593249"/>
                </a:lnTo>
                <a:lnTo>
                  <a:pt x="10881131" y="3645776"/>
                </a:lnTo>
                <a:lnTo>
                  <a:pt x="10933659" y="3680879"/>
                </a:lnTo>
                <a:lnTo>
                  <a:pt x="10995635" y="3693198"/>
                </a:lnTo>
                <a:lnTo>
                  <a:pt x="16068256" y="3693198"/>
                </a:lnTo>
                <a:lnTo>
                  <a:pt x="16130219" y="3680879"/>
                </a:lnTo>
                <a:lnTo>
                  <a:pt x="16182759" y="3645776"/>
                </a:lnTo>
                <a:lnTo>
                  <a:pt x="16217862" y="3593249"/>
                </a:lnTo>
                <a:lnTo>
                  <a:pt x="16229254" y="3540671"/>
                </a:lnTo>
                <a:lnTo>
                  <a:pt x="16229254" y="152514"/>
                </a:lnTo>
                <a:close/>
              </a:path>
            </a:pathLst>
          </a:custGeom>
          <a:solidFill>
            <a:srgbClr val="071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850252" y="6645925"/>
            <a:ext cx="7158990" cy="3487420"/>
          </a:xfrm>
          <a:custGeom>
            <a:avLst/>
            <a:gdLst/>
            <a:ahLst/>
            <a:cxnLst/>
            <a:rect l="l" t="t" r="r" b="b"/>
            <a:pathLst>
              <a:path w="7158990" h="3487420">
                <a:moveTo>
                  <a:pt x="6844385" y="3486981"/>
                </a:moveTo>
                <a:lnTo>
                  <a:pt x="314324" y="3486981"/>
                </a:lnTo>
                <a:lnTo>
                  <a:pt x="264856" y="3483066"/>
                </a:lnTo>
                <a:lnTo>
                  <a:pt x="217052" y="3471552"/>
                </a:lnTo>
                <a:lnTo>
                  <a:pt x="171755" y="3452790"/>
                </a:lnTo>
                <a:lnTo>
                  <a:pt x="129811" y="3427128"/>
                </a:lnTo>
                <a:lnTo>
                  <a:pt x="92063" y="3394918"/>
                </a:lnTo>
                <a:lnTo>
                  <a:pt x="59853" y="3357170"/>
                </a:lnTo>
                <a:lnTo>
                  <a:pt x="34192" y="3315225"/>
                </a:lnTo>
                <a:lnTo>
                  <a:pt x="15429" y="3269929"/>
                </a:lnTo>
                <a:lnTo>
                  <a:pt x="3915" y="3222124"/>
                </a:lnTo>
                <a:lnTo>
                  <a:pt x="0" y="3172656"/>
                </a:lnTo>
                <a:lnTo>
                  <a:pt x="0" y="314324"/>
                </a:lnTo>
                <a:lnTo>
                  <a:pt x="3915" y="264856"/>
                </a:lnTo>
                <a:lnTo>
                  <a:pt x="15429" y="217052"/>
                </a:lnTo>
                <a:lnTo>
                  <a:pt x="34192" y="171755"/>
                </a:lnTo>
                <a:lnTo>
                  <a:pt x="59853" y="129811"/>
                </a:lnTo>
                <a:lnTo>
                  <a:pt x="92063" y="92063"/>
                </a:lnTo>
                <a:lnTo>
                  <a:pt x="129811" y="59853"/>
                </a:lnTo>
                <a:lnTo>
                  <a:pt x="171755" y="34192"/>
                </a:lnTo>
                <a:lnTo>
                  <a:pt x="217052" y="15429"/>
                </a:lnTo>
                <a:lnTo>
                  <a:pt x="264856" y="3915"/>
                </a:lnTo>
                <a:lnTo>
                  <a:pt x="314324" y="0"/>
                </a:lnTo>
                <a:lnTo>
                  <a:pt x="6844385" y="0"/>
                </a:lnTo>
                <a:lnTo>
                  <a:pt x="6893853" y="3915"/>
                </a:lnTo>
                <a:lnTo>
                  <a:pt x="6941658" y="15429"/>
                </a:lnTo>
                <a:lnTo>
                  <a:pt x="6986954" y="34192"/>
                </a:lnTo>
                <a:lnTo>
                  <a:pt x="7028898" y="59853"/>
                </a:lnTo>
                <a:lnTo>
                  <a:pt x="7066647" y="92063"/>
                </a:lnTo>
                <a:lnTo>
                  <a:pt x="7098857" y="129811"/>
                </a:lnTo>
                <a:lnTo>
                  <a:pt x="7124519" y="171755"/>
                </a:lnTo>
                <a:lnTo>
                  <a:pt x="7143282" y="217052"/>
                </a:lnTo>
                <a:lnTo>
                  <a:pt x="7154796" y="264856"/>
                </a:lnTo>
                <a:lnTo>
                  <a:pt x="7158712" y="314324"/>
                </a:lnTo>
                <a:lnTo>
                  <a:pt x="7158712" y="3172656"/>
                </a:lnTo>
                <a:lnTo>
                  <a:pt x="7154796" y="3222124"/>
                </a:lnTo>
                <a:lnTo>
                  <a:pt x="7143282" y="3269929"/>
                </a:lnTo>
                <a:lnTo>
                  <a:pt x="7124519" y="3315225"/>
                </a:lnTo>
                <a:lnTo>
                  <a:pt x="7098857" y="3357170"/>
                </a:lnTo>
                <a:lnTo>
                  <a:pt x="7066647" y="3394918"/>
                </a:lnTo>
                <a:lnTo>
                  <a:pt x="7028898" y="3427128"/>
                </a:lnTo>
                <a:lnTo>
                  <a:pt x="6986954" y="3452790"/>
                </a:lnTo>
                <a:lnTo>
                  <a:pt x="6941658" y="3471552"/>
                </a:lnTo>
                <a:lnTo>
                  <a:pt x="6893853" y="3483066"/>
                </a:lnTo>
                <a:lnTo>
                  <a:pt x="6844385" y="34869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08751" y="3266039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80" h="347979">
                <a:moveTo>
                  <a:pt x="173766" y="347533"/>
                </a:moveTo>
                <a:lnTo>
                  <a:pt x="127572" y="341326"/>
                </a:lnTo>
                <a:lnTo>
                  <a:pt x="86063" y="323809"/>
                </a:lnTo>
                <a:lnTo>
                  <a:pt x="50895" y="296638"/>
                </a:lnTo>
                <a:lnTo>
                  <a:pt x="23724" y="261470"/>
                </a:lnTo>
                <a:lnTo>
                  <a:pt x="6207" y="219961"/>
                </a:lnTo>
                <a:lnTo>
                  <a:pt x="0" y="173766"/>
                </a:lnTo>
                <a:lnTo>
                  <a:pt x="6207" y="127572"/>
                </a:lnTo>
                <a:lnTo>
                  <a:pt x="23724" y="86063"/>
                </a:lnTo>
                <a:lnTo>
                  <a:pt x="50895" y="50895"/>
                </a:lnTo>
                <a:lnTo>
                  <a:pt x="86063" y="23724"/>
                </a:lnTo>
                <a:lnTo>
                  <a:pt x="127572" y="6207"/>
                </a:lnTo>
                <a:lnTo>
                  <a:pt x="173766" y="0"/>
                </a:lnTo>
                <a:lnTo>
                  <a:pt x="219961" y="6207"/>
                </a:lnTo>
                <a:lnTo>
                  <a:pt x="261470" y="23724"/>
                </a:lnTo>
                <a:lnTo>
                  <a:pt x="296638" y="50895"/>
                </a:lnTo>
                <a:lnTo>
                  <a:pt x="323809" y="86063"/>
                </a:lnTo>
                <a:lnTo>
                  <a:pt x="341326" y="127572"/>
                </a:lnTo>
                <a:lnTo>
                  <a:pt x="347533" y="173766"/>
                </a:lnTo>
                <a:lnTo>
                  <a:pt x="341326" y="219961"/>
                </a:lnTo>
                <a:lnTo>
                  <a:pt x="323809" y="261470"/>
                </a:lnTo>
                <a:lnTo>
                  <a:pt x="296638" y="296638"/>
                </a:lnTo>
                <a:lnTo>
                  <a:pt x="261470" y="323809"/>
                </a:lnTo>
                <a:lnTo>
                  <a:pt x="219961" y="341326"/>
                </a:lnTo>
                <a:lnTo>
                  <a:pt x="173766" y="347533"/>
                </a:lnTo>
                <a:close/>
              </a:path>
            </a:pathLst>
          </a:custGeom>
          <a:solidFill>
            <a:srgbClr val="DE0E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4592" y="1293701"/>
            <a:ext cx="179984" cy="17998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4853" y="6960650"/>
            <a:ext cx="213756" cy="21375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162920" y="3266039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80" h="347979">
                <a:moveTo>
                  <a:pt x="173766" y="347533"/>
                </a:moveTo>
                <a:lnTo>
                  <a:pt x="127572" y="341326"/>
                </a:lnTo>
                <a:lnTo>
                  <a:pt x="86063" y="323809"/>
                </a:lnTo>
                <a:lnTo>
                  <a:pt x="50895" y="296638"/>
                </a:lnTo>
                <a:lnTo>
                  <a:pt x="23724" y="261470"/>
                </a:lnTo>
                <a:lnTo>
                  <a:pt x="6207" y="219961"/>
                </a:lnTo>
                <a:lnTo>
                  <a:pt x="0" y="173766"/>
                </a:lnTo>
                <a:lnTo>
                  <a:pt x="6207" y="127572"/>
                </a:lnTo>
                <a:lnTo>
                  <a:pt x="23724" y="86063"/>
                </a:lnTo>
                <a:lnTo>
                  <a:pt x="50895" y="50895"/>
                </a:lnTo>
                <a:lnTo>
                  <a:pt x="86063" y="23724"/>
                </a:lnTo>
                <a:lnTo>
                  <a:pt x="127572" y="6207"/>
                </a:lnTo>
                <a:lnTo>
                  <a:pt x="173766" y="0"/>
                </a:lnTo>
                <a:lnTo>
                  <a:pt x="219961" y="6207"/>
                </a:lnTo>
                <a:lnTo>
                  <a:pt x="261470" y="23724"/>
                </a:lnTo>
                <a:lnTo>
                  <a:pt x="296638" y="50895"/>
                </a:lnTo>
                <a:lnTo>
                  <a:pt x="323809" y="86063"/>
                </a:lnTo>
                <a:lnTo>
                  <a:pt x="341326" y="127572"/>
                </a:lnTo>
                <a:lnTo>
                  <a:pt x="347533" y="173766"/>
                </a:lnTo>
                <a:lnTo>
                  <a:pt x="341326" y="219961"/>
                </a:lnTo>
                <a:lnTo>
                  <a:pt x="323809" y="261470"/>
                </a:lnTo>
                <a:lnTo>
                  <a:pt x="296638" y="296638"/>
                </a:lnTo>
                <a:lnTo>
                  <a:pt x="261470" y="323809"/>
                </a:lnTo>
                <a:lnTo>
                  <a:pt x="219961" y="341326"/>
                </a:lnTo>
                <a:lnTo>
                  <a:pt x="173766" y="347533"/>
                </a:lnTo>
                <a:close/>
              </a:path>
            </a:pathLst>
          </a:custGeom>
          <a:solidFill>
            <a:srgbClr val="FFC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49802" y="1293701"/>
            <a:ext cx="179985" cy="179985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84197" y="6960650"/>
            <a:ext cx="213756" cy="213756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2615228" y="3266039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80" h="347979">
                <a:moveTo>
                  <a:pt x="173766" y="347533"/>
                </a:moveTo>
                <a:lnTo>
                  <a:pt x="127572" y="341326"/>
                </a:lnTo>
                <a:lnTo>
                  <a:pt x="86063" y="323809"/>
                </a:lnTo>
                <a:lnTo>
                  <a:pt x="50895" y="296638"/>
                </a:lnTo>
                <a:lnTo>
                  <a:pt x="23724" y="261470"/>
                </a:lnTo>
                <a:lnTo>
                  <a:pt x="6207" y="219961"/>
                </a:lnTo>
                <a:lnTo>
                  <a:pt x="0" y="173766"/>
                </a:lnTo>
                <a:lnTo>
                  <a:pt x="6207" y="127572"/>
                </a:lnTo>
                <a:lnTo>
                  <a:pt x="23724" y="86063"/>
                </a:lnTo>
                <a:lnTo>
                  <a:pt x="50895" y="50895"/>
                </a:lnTo>
                <a:lnTo>
                  <a:pt x="86063" y="23724"/>
                </a:lnTo>
                <a:lnTo>
                  <a:pt x="127572" y="6207"/>
                </a:lnTo>
                <a:lnTo>
                  <a:pt x="173766" y="0"/>
                </a:lnTo>
                <a:lnTo>
                  <a:pt x="219961" y="6207"/>
                </a:lnTo>
                <a:lnTo>
                  <a:pt x="261470" y="23724"/>
                </a:lnTo>
                <a:lnTo>
                  <a:pt x="296638" y="50895"/>
                </a:lnTo>
                <a:lnTo>
                  <a:pt x="323809" y="86063"/>
                </a:lnTo>
                <a:lnTo>
                  <a:pt x="341326" y="127572"/>
                </a:lnTo>
                <a:lnTo>
                  <a:pt x="347533" y="173766"/>
                </a:lnTo>
                <a:lnTo>
                  <a:pt x="341326" y="219961"/>
                </a:lnTo>
                <a:lnTo>
                  <a:pt x="323809" y="261470"/>
                </a:lnTo>
                <a:lnTo>
                  <a:pt x="296638" y="296638"/>
                </a:lnTo>
                <a:lnTo>
                  <a:pt x="261470" y="323809"/>
                </a:lnTo>
                <a:lnTo>
                  <a:pt x="219961" y="341326"/>
                </a:lnTo>
                <a:lnTo>
                  <a:pt x="173766" y="347533"/>
                </a:lnTo>
                <a:close/>
              </a:path>
            </a:pathLst>
          </a:custGeom>
          <a:solidFill>
            <a:srgbClr val="6AC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84050" y="1293701"/>
            <a:ext cx="179985" cy="179985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62398" y="6960650"/>
            <a:ext cx="213756" cy="21375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214592" y="1828370"/>
            <a:ext cx="4710409" cy="24823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AC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316" y="830991"/>
            <a:ext cx="9983328" cy="1603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50" b="1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7316" y="1645275"/>
            <a:ext cx="7615555" cy="2195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4.png"/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12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1.png"/><Relationship Id="rId3" Type="http://schemas.openxmlformats.org/officeDocument/2006/relationships/image" Target="../media/image28.png"/><Relationship Id="rId7" Type="http://schemas.openxmlformats.org/officeDocument/2006/relationships/image" Target="../media/image37.png"/><Relationship Id="rId12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3.png"/><Relationship Id="rId3" Type="http://schemas.openxmlformats.org/officeDocument/2006/relationships/image" Target="../media/image28.png"/><Relationship Id="rId7" Type="http://schemas.openxmlformats.org/officeDocument/2006/relationships/image" Target="../media/image49.png"/><Relationship Id="rId12" Type="http://schemas.openxmlformats.org/officeDocument/2006/relationships/image" Target="../media/image5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1.png"/><Relationship Id="rId5" Type="http://schemas.openxmlformats.org/officeDocument/2006/relationships/image" Target="../media/image47.png"/><Relationship Id="rId15" Type="http://schemas.openxmlformats.org/officeDocument/2006/relationships/image" Target="../media/image55.png"/><Relationship Id="rId10" Type="http://schemas.openxmlformats.org/officeDocument/2006/relationships/image" Target="../media/image24.png"/><Relationship Id="rId4" Type="http://schemas.openxmlformats.org/officeDocument/2006/relationships/image" Target="../media/image29.png"/><Relationship Id="rId9" Type="http://schemas.openxmlformats.org/officeDocument/2006/relationships/image" Target="../media/image23.png"/><Relationship Id="rId1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28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29.png"/><Relationship Id="rId9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2.png"/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12" Type="http://schemas.openxmlformats.org/officeDocument/2006/relationships/image" Target="../media/image7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11" Type="http://schemas.openxmlformats.org/officeDocument/2006/relationships/image" Target="../media/image70.png"/><Relationship Id="rId5" Type="http://schemas.openxmlformats.org/officeDocument/2006/relationships/image" Target="../media/image66.png"/><Relationship Id="rId10" Type="http://schemas.openxmlformats.org/officeDocument/2006/relationships/image" Target="../media/image11.png"/><Relationship Id="rId4" Type="http://schemas.openxmlformats.org/officeDocument/2006/relationships/image" Target="../media/image57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3987" y="4059360"/>
            <a:ext cx="7507605" cy="4012565"/>
          </a:xfrm>
          <a:prstGeom prst="rect">
            <a:avLst/>
          </a:prstGeom>
        </p:spPr>
        <p:txBody>
          <a:bodyPr vert="horz" wrap="square" lIns="0" tIns="313690" rIns="0" bIns="0" rtlCol="0">
            <a:spAutoFit/>
          </a:bodyPr>
          <a:lstStyle/>
          <a:p>
            <a:pPr marL="12700" marR="5080" indent="1068705">
              <a:lnSpc>
                <a:spcPts val="14560"/>
              </a:lnSpc>
              <a:spcBef>
                <a:spcPts val="2470"/>
              </a:spcBef>
            </a:pPr>
            <a:r>
              <a:rPr sz="14000" b="1" i="1" spc="-10" dirty="0">
                <a:solidFill>
                  <a:srgbClr val="FFFFFF"/>
                </a:solidFill>
                <a:latin typeface="Courier New"/>
                <a:cs typeface="Courier New"/>
              </a:rPr>
              <a:t>python project</a:t>
            </a:r>
            <a:endParaRPr sz="14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49000" y="7832740"/>
            <a:ext cx="6341137" cy="50077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3150" dirty="0">
                <a:solidFill>
                  <a:srgbClr val="07122F"/>
                </a:solidFill>
                <a:latin typeface="Courier New"/>
                <a:cs typeface="Courier New"/>
              </a:rPr>
              <a:t>Presentation</a:t>
            </a:r>
            <a:r>
              <a:rPr sz="3150" spc="13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3150" spc="-25" dirty="0">
                <a:solidFill>
                  <a:srgbClr val="07122F"/>
                </a:solidFill>
                <a:latin typeface="Courier New"/>
                <a:cs typeface="Courier New"/>
              </a:rPr>
              <a:t>By</a:t>
            </a:r>
            <a:endParaRPr lang="en-US" sz="3150" spc="-25" dirty="0">
              <a:solidFill>
                <a:srgbClr val="07122F"/>
              </a:solidFill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66535" y="1293701"/>
            <a:ext cx="649605" cy="180340"/>
            <a:chOff x="5066535" y="1293701"/>
            <a:chExt cx="649605" cy="1803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6535" y="1293701"/>
              <a:ext cx="179985" cy="17998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1746" y="1293701"/>
              <a:ext cx="179985" cy="1799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5993" y="1293701"/>
              <a:ext cx="179985" cy="17998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714341" y="1028700"/>
            <a:ext cx="5396865" cy="3498850"/>
            <a:chOff x="4714341" y="1028700"/>
            <a:chExt cx="5396865" cy="3498850"/>
          </a:xfrm>
        </p:grpSpPr>
        <p:sp>
          <p:nvSpPr>
            <p:cNvPr id="9" name="object 9"/>
            <p:cNvSpPr/>
            <p:nvPr/>
          </p:nvSpPr>
          <p:spPr>
            <a:xfrm>
              <a:off x="4714341" y="1028700"/>
              <a:ext cx="5396865" cy="3498850"/>
            </a:xfrm>
            <a:custGeom>
              <a:avLst/>
              <a:gdLst/>
              <a:ahLst/>
              <a:cxnLst/>
              <a:rect l="l" t="t" r="r" b="b"/>
              <a:pathLst>
                <a:path w="5396865" h="3498850">
                  <a:moveTo>
                    <a:pt x="5234552" y="3498502"/>
                  </a:moveTo>
                  <a:lnTo>
                    <a:pt x="161924" y="3498502"/>
                  </a:lnTo>
                  <a:lnTo>
                    <a:pt x="130187" y="3495362"/>
                  </a:lnTo>
                  <a:lnTo>
                    <a:pt x="72088" y="3471297"/>
                  </a:lnTo>
                  <a:lnTo>
                    <a:pt x="27205" y="3426413"/>
                  </a:lnTo>
                  <a:lnTo>
                    <a:pt x="3140" y="3368315"/>
                  </a:lnTo>
                  <a:lnTo>
                    <a:pt x="0" y="3336577"/>
                  </a:lnTo>
                  <a:lnTo>
                    <a:pt x="0" y="161924"/>
                  </a:lnTo>
                  <a:lnTo>
                    <a:pt x="12325" y="99958"/>
                  </a:lnTo>
                  <a:lnTo>
                    <a:pt x="47426" y="47426"/>
                  </a:lnTo>
                  <a:lnTo>
                    <a:pt x="99959" y="12325"/>
                  </a:lnTo>
                  <a:lnTo>
                    <a:pt x="161924" y="0"/>
                  </a:lnTo>
                  <a:lnTo>
                    <a:pt x="5234552" y="0"/>
                  </a:lnTo>
                  <a:lnTo>
                    <a:pt x="5296518" y="12325"/>
                  </a:lnTo>
                  <a:lnTo>
                    <a:pt x="5349051" y="47426"/>
                  </a:lnTo>
                  <a:lnTo>
                    <a:pt x="5384152" y="99958"/>
                  </a:lnTo>
                  <a:lnTo>
                    <a:pt x="5396477" y="161924"/>
                  </a:lnTo>
                  <a:lnTo>
                    <a:pt x="5396477" y="3336577"/>
                  </a:lnTo>
                  <a:lnTo>
                    <a:pt x="5384152" y="3398543"/>
                  </a:lnTo>
                  <a:lnTo>
                    <a:pt x="5349051" y="3451075"/>
                  </a:lnTo>
                  <a:lnTo>
                    <a:pt x="5296518" y="3486176"/>
                  </a:lnTo>
                  <a:lnTo>
                    <a:pt x="5234552" y="34985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536" y="1786211"/>
              <a:ext cx="4710408" cy="235146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09A6B02-8002-A184-CE63-AB13A933B9B6}"/>
              </a:ext>
            </a:extLst>
          </p:cNvPr>
          <p:cNvSpPr txBox="1"/>
          <p:nvPr/>
        </p:nvSpPr>
        <p:spPr>
          <a:xfrm>
            <a:off x="12496800" y="8496300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685" algn="ctr">
              <a:lnSpc>
                <a:spcPct val="100000"/>
              </a:lnSpc>
              <a:spcBef>
                <a:spcPts val="55"/>
              </a:spcBef>
            </a:pPr>
            <a:r>
              <a:rPr lang="en-IN" sz="2400" b="1" dirty="0">
                <a:solidFill>
                  <a:srgbClr val="07122F"/>
                </a:solidFill>
                <a:latin typeface="Courier New"/>
                <a:cs typeface="Courier New"/>
              </a:rPr>
              <a:t>Shaik Kaisar Parvez</a:t>
            </a:r>
            <a:endParaRPr lang="en-IN" sz="2400" b="1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3915679"/>
            <a:ext cx="8864600" cy="5066665"/>
          </a:xfrm>
          <a:custGeom>
            <a:avLst/>
            <a:gdLst/>
            <a:ahLst/>
            <a:cxnLst/>
            <a:rect l="l" t="t" r="r" b="b"/>
            <a:pathLst>
              <a:path w="8864600" h="5066665">
                <a:moveTo>
                  <a:pt x="8568913" y="5066447"/>
                </a:moveTo>
                <a:lnTo>
                  <a:pt x="295275" y="5066447"/>
                </a:lnTo>
                <a:lnTo>
                  <a:pt x="248805" y="5062769"/>
                </a:lnTo>
                <a:lnTo>
                  <a:pt x="203897" y="5051953"/>
                </a:lnTo>
                <a:lnTo>
                  <a:pt x="161346" y="5034327"/>
                </a:lnTo>
                <a:lnTo>
                  <a:pt x="121944" y="5010221"/>
                </a:lnTo>
                <a:lnTo>
                  <a:pt x="86484" y="4979963"/>
                </a:lnTo>
                <a:lnTo>
                  <a:pt x="56225" y="4944503"/>
                </a:lnTo>
                <a:lnTo>
                  <a:pt x="32119" y="4905101"/>
                </a:lnTo>
                <a:lnTo>
                  <a:pt x="14494" y="4862550"/>
                </a:lnTo>
                <a:lnTo>
                  <a:pt x="3678" y="4817642"/>
                </a:lnTo>
                <a:lnTo>
                  <a:pt x="0" y="4771172"/>
                </a:lnTo>
                <a:lnTo>
                  <a:pt x="0" y="295275"/>
                </a:lnTo>
                <a:lnTo>
                  <a:pt x="3678" y="248804"/>
                </a:lnTo>
                <a:lnTo>
                  <a:pt x="14494" y="203897"/>
                </a:lnTo>
                <a:lnTo>
                  <a:pt x="32119" y="161346"/>
                </a:lnTo>
                <a:lnTo>
                  <a:pt x="56225" y="121944"/>
                </a:lnTo>
                <a:lnTo>
                  <a:pt x="86484" y="86484"/>
                </a:lnTo>
                <a:lnTo>
                  <a:pt x="121944" y="56225"/>
                </a:lnTo>
                <a:lnTo>
                  <a:pt x="161346" y="32119"/>
                </a:lnTo>
                <a:lnTo>
                  <a:pt x="203897" y="14494"/>
                </a:lnTo>
                <a:lnTo>
                  <a:pt x="248805" y="3678"/>
                </a:lnTo>
                <a:lnTo>
                  <a:pt x="295275" y="0"/>
                </a:lnTo>
                <a:lnTo>
                  <a:pt x="8568913" y="0"/>
                </a:lnTo>
                <a:lnTo>
                  <a:pt x="8615383" y="3678"/>
                </a:lnTo>
                <a:lnTo>
                  <a:pt x="8660290" y="14494"/>
                </a:lnTo>
                <a:lnTo>
                  <a:pt x="8702841" y="32119"/>
                </a:lnTo>
                <a:lnTo>
                  <a:pt x="8742244" y="56225"/>
                </a:lnTo>
                <a:lnTo>
                  <a:pt x="8777704" y="86484"/>
                </a:lnTo>
                <a:lnTo>
                  <a:pt x="8807962" y="121944"/>
                </a:lnTo>
                <a:lnTo>
                  <a:pt x="8832068" y="161346"/>
                </a:lnTo>
                <a:lnTo>
                  <a:pt x="8849693" y="203897"/>
                </a:lnTo>
                <a:lnTo>
                  <a:pt x="8860509" y="248804"/>
                </a:lnTo>
                <a:lnTo>
                  <a:pt x="8864188" y="295275"/>
                </a:lnTo>
                <a:lnTo>
                  <a:pt x="8864188" y="4771172"/>
                </a:lnTo>
                <a:lnTo>
                  <a:pt x="8860509" y="4817642"/>
                </a:lnTo>
                <a:lnTo>
                  <a:pt x="8849693" y="4862550"/>
                </a:lnTo>
                <a:lnTo>
                  <a:pt x="8832068" y="4905101"/>
                </a:lnTo>
                <a:lnTo>
                  <a:pt x="8807962" y="4944503"/>
                </a:lnTo>
                <a:lnTo>
                  <a:pt x="8777704" y="4979963"/>
                </a:lnTo>
                <a:lnTo>
                  <a:pt x="8742244" y="5010221"/>
                </a:lnTo>
                <a:lnTo>
                  <a:pt x="8702841" y="5034327"/>
                </a:lnTo>
                <a:lnTo>
                  <a:pt x="8660290" y="5051953"/>
                </a:lnTo>
                <a:lnTo>
                  <a:pt x="8615383" y="5062769"/>
                </a:lnTo>
                <a:lnTo>
                  <a:pt x="8568913" y="5066447"/>
                </a:lnTo>
                <a:close/>
              </a:path>
            </a:pathLst>
          </a:custGeom>
          <a:solidFill>
            <a:srgbClr val="071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4267" rIns="0" bIns="0" rtlCol="0">
            <a:spAutoFit/>
          </a:bodyPr>
          <a:lstStyle/>
          <a:p>
            <a:pPr marL="77089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07122F"/>
                </a:solidFill>
              </a:rPr>
              <a:t>Intro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4324" y="5149786"/>
            <a:ext cx="7460615" cy="31470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30"/>
              </a:spcBef>
            </a:pP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Imagine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you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have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friend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who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speaks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only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French,</a:t>
            </a: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you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only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speak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English.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You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need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translator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help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you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understand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each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other,</a:t>
            </a:r>
            <a:r>
              <a:rPr sz="2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right?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200">
              <a:latin typeface="Courier New"/>
              <a:cs typeface="Courier New"/>
            </a:endParaRPr>
          </a:p>
          <a:p>
            <a:pPr marL="12700" marR="342900">
              <a:lnSpc>
                <a:spcPct val="103299"/>
              </a:lnSpc>
            </a:pP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programmer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like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translator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for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computers!</a:t>
            </a:r>
            <a:r>
              <a:rPr sz="2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They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write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instructions</a:t>
            </a: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(called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code)</a:t>
            </a:r>
            <a:r>
              <a:rPr sz="2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in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language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that</a:t>
            </a:r>
            <a:r>
              <a:rPr sz="22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computers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understand,</a:t>
            </a:r>
            <a:r>
              <a:rPr sz="2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telling</a:t>
            </a:r>
            <a:r>
              <a:rPr sz="2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them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what</a:t>
            </a:r>
            <a:r>
              <a:rPr sz="2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do.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47024" y="1317887"/>
            <a:ext cx="15712440" cy="5817235"/>
            <a:chOff x="1547024" y="1317887"/>
            <a:chExt cx="15712440" cy="58172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7024" y="4226309"/>
              <a:ext cx="210975" cy="210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2734" y="4226309"/>
              <a:ext cx="210975" cy="2109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7315" y="4226309"/>
              <a:ext cx="210975" cy="2109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235788" y="1317887"/>
              <a:ext cx="5396865" cy="3498850"/>
            </a:xfrm>
            <a:custGeom>
              <a:avLst/>
              <a:gdLst/>
              <a:ahLst/>
              <a:cxnLst/>
              <a:rect l="l" t="t" r="r" b="b"/>
              <a:pathLst>
                <a:path w="5396865" h="3498850">
                  <a:moveTo>
                    <a:pt x="5234552" y="3498502"/>
                  </a:moveTo>
                  <a:lnTo>
                    <a:pt x="161924" y="3498502"/>
                  </a:lnTo>
                  <a:lnTo>
                    <a:pt x="130187" y="3495362"/>
                  </a:lnTo>
                  <a:lnTo>
                    <a:pt x="72088" y="3471297"/>
                  </a:lnTo>
                  <a:lnTo>
                    <a:pt x="27205" y="3426413"/>
                  </a:lnTo>
                  <a:lnTo>
                    <a:pt x="3140" y="3368315"/>
                  </a:lnTo>
                  <a:lnTo>
                    <a:pt x="0" y="3336577"/>
                  </a:lnTo>
                  <a:lnTo>
                    <a:pt x="0" y="161924"/>
                  </a:lnTo>
                  <a:lnTo>
                    <a:pt x="12325" y="99958"/>
                  </a:lnTo>
                  <a:lnTo>
                    <a:pt x="47427" y="47426"/>
                  </a:lnTo>
                  <a:lnTo>
                    <a:pt x="99958" y="12325"/>
                  </a:lnTo>
                  <a:lnTo>
                    <a:pt x="161924" y="0"/>
                  </a:lnTo>
                  <a:lnTo>
                    <a:pt x="5234552" y="0"/>
                  </a:lnTo>
                  <a:lnTo>
                    <a:pt x="5296518" y="12325"/>
                  </a:lnTo>
                  <a:lnTo>
                    <a:pt x="5349050" y="47426"/>
                  </a:lnTo>
                  <a:lnTo>
                    <a:pt x="5384152" y="99958"/>
                  </a:lnTo>
                  <a:lnTo>
                    <a:pt x="5396477" y="161924"/>
                  </a:lnTo>
                  <a:lnTo>
                    <a:pt x="5396477" y="3336577"/>
                  </a:lnTo>
                  <a:lnTo>
                    <a:pt x="5384152" y="3398543"/>
                  </a:lnTo>
                  <a:lnTo>
                    <a:pt x="5349050" y="3451075"/>
                  </a:lnTo>
                  <a:lnTo>
                    <a:pt x="5296518" y="3486176"/>
                  </a:lnTo>
                  <a:lnTo>
                    <a:pt x="5234552" y="3498502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87982" y="1582889"/>
              <a:ext cx="179985" cy="17998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23192" y="1582889"/>
              <a:ext cx="179985" cy="17998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57439" y="1582889"/>
              <a:ext cx="179985" cy="17998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87982" y="2075399"/>
              <a:ext cx="4710408" cy="235146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862820" y="3636227"/>
              <a:ext cx="5396865" cy="3498850"/>
            </a:xfrm>
            <a:custGeom>
              <a:avLst/>
              <a:gdLst/>
              <a:ahLst/>
              <a:cxnLst/>
              <a:rect l="l" t="t" r="r" b="b"/>
              <a:pathLst>
                <a:path w="5396865" h="3498850">
                  <a:moveTo>
                    <a:pt x="5234553" y="3498502"/>
                  </a:moveTo>
                  <a:lnTo>
                    <a:pt x="161924" y="3498502"/>
                  </a:lnTo>
                  <a:lnTo>
                    <a:pt x="130187" y="3495362"/>
                  </a:lnTo>
                  <a:lnTo>
                    <a:pt x="72088" y="3471297"/>
                  </a:lnTo>
                  <a:lnTo>
                    <a:pt x="27205" y="3426414"/>
                  </a:lnTo>
                  <a:lnTo>
                    <a:pt x="3140" y="3368315"/>
                  </a:lnTo>
                  <a:lnTo>
                    <a:pt x="0" y="3336577"/>
                  </a:lnTo>
                  <a:lnTo>
                    <a:pt x="0" y="161924"/>
                  </a:lnTo>
                  <a:lnTo>
                    <a:pt x="12325" y="99958"/>
                  </a:lnTo>
                  <a:lnTo>
                    <a:pt x="47427" y="47426"/>
                  </a:lnTo>
                  <a:lnTo>
                    <a:pt x="99958" y="12325"/>
                  </a:lnTo>
                  <a:lnTo>
                    <a:pt x="161924" y="0"/>
                  </a:lnTo>
                  <a:lnTo>
                    <a:pt x="5234553" y="0"/>
                  </a:lnTo>
                  <a:lnTo>
                    <a:pt x="5296519" y="12325"/>
                  </a:lnTo>
                  <a:lnTo>
                    <a:pt x="5349051" y="47426"/>
                  </a:lnTo>
                  <a:lnTo>
                    <a:pt x="5384152" y="99958"/>
                  </a:lnTo>
                  <a:lnTo>
                    <a:pt x="5396478" y="161924"/>
                  </a:lnTo>
                  <a:lnTo>
                    <a:pt x="5396478" y="3336577"/>
                  </a:lnTo>
                  <a:lnTo>
                    <a:pt x="5384152" y="3398543"/>
                  </a:lnTo>
                  <a:lnTo>
                    <a:pt x="5349051" y="3451076"/>
                  </a:lnTo>
                  <a:lnTo>
                    <a:pt x="5296519" y="3486176"/>
                  </a:lnTo>
                  <a:lnTo>
                    <a:pt x="5234553" y="34985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15015" y="3901228"/>
              <a:ext cx="179985" cy="1799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450225" y="3901228"/>
              <a:ext cx="179985" cy="17998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84474" y="3901228"/>
              <a:ext cx="179985" cy="1799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215016" y="4393739"/>
              <a:ext cx="4710408" cy="23514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81"/>
            <a:ext cx="18288000" cy="10287635"/>
            <a:chOff x="0" y="-381"/>
            <a:chExt cx="18288000" cy="10287635"/>
          </a:xfrm>
        </p:grpSpPr>
        <p:sp>
          <p:nvSpPr>
            <p:cNvPr id="3" name="object 3"/>
            <p:cNvSpPr/>
            <p:nvPr/>
          </p:nvSpPr>
          <p:spPr>
            <a:xfrm>
              <a:off x="2763278" y="2269449"/>
              <a:ext cx="8864600" cy="3907790"/>
            </a:xfrm>
            <a:custGeom>
              <a:avLst/>
              <a:gdLst/>
              <a:ahLst/>
              <a:cxnLst/>
              <a:rect l="l" t="t" r="r" b="b"/>
              <a:pathLst>
                <a:path w="8864600" h="3907790">
                  <a:moveTo>
                    <a:pt x="8568911" y="3907648"/>
                  </a:moveTo>
                  <a:lnTo>
                    <a:pt x="295274" y="3907648"/>
                  </a:lnTo>
                  <a:lnTo>
                    <a:pt x="248804" y="3903970"/>
                  </a:lnTo>
                  <a:lnTo>
                    <a:pt x="203897" y="3893154"/>
                  </a:lnTo>
                  <a:lnTo>
                    <a:pt x="161346" y="3875529"/>
                  </a:lnTo>
                  <a:lnTo>
                    <a:pt x="121944" y="3851423"/>
                  </a:lnTo>
                  <a:lnTo>
                    <a:pt x="86484" y="3821164"/>
                  </a:lnTo>
                  <a:lnTo>
                    <a:pt x="56225" y="3785704"/>
                  </a:lnTo>
                  <a:lnTo>
                    <a:pt x="32119" y="3746302"/>
                  </a:lnTo>
                  <a:lnTo>
                    <a:pt x="14494" y="3703751"/>
                  </a:lnTo>
                  <a:lnTo>
                    <a:pt x="3678" y="3658844"/>
                  </a:lnTo>
                  <a:lnTo>
                    <a:pt x="0" y="3612373"/>
                  </a:lnTo>
                  <a:lnTo>
                    <a:pt x="0" y="295274"/>
                  </a:lnTo>
                  <a:lnTo>
                    <a:pt x="3678" y="248804"/>
                  </a:lnTo>
                  <a:lnTo>
                    <a:pt x="14494" y="203897"/>
                  </a:lnTo>
                  <a:lnTo>
                    <a:pt x="32119" y="161346"/>
                  </a:lnTo>
                  <a:lnTo>
                    <a:pt x="56225" y="121944"/>
                  </a:lnTo>
                  <a:lnTo>
                    <a:pt x="86484" y="86484"/>
                  </a:lnTo>
                  <a:lnTo>
                    <a:pt x="121944" y="56225"/>
                  </a:lnTo>
                  <a:lnTo>
                    <a:pt x="161346" y="32119"/>
                  </a:lnTo>
                  <a:lnTo>
                    <a:pt x="203897" y="14494"/>
                  </a:lnTo>
                  <a:lnTo>
                    <a:pt x="248804" y="3678"/>
                  </a:lnTo>
                  <a:lnTo>
                    <a:pt x="295274" y="0"/>
                  </a:lnTo>
                  <a:lnTo>
                    <a:pt x="8568911" y="0"/>
                  </a:lnTo>
                  <a:lnTo>
                    <a:pt x="8615382" y="3678"/>
                  </a:lnTo>
                  <a:lnTo>
                    <a:pt x="8660289" y="14494"/>
                  </a:lnTo>
                  <a:lnTo>
                    <a:pt x="8702840" y="32119"/>
                  </a:lnTo>
                  <a:lnTo>
                    <a:pt x="8742243" y="56225"/>
                  </a:lnTo>
                  <a:lnTo>
                    <a:pt x="8777703" y="86484"/>
                  </a:lnTo>
                  <a:lnTo>
                    <a:pt x="8807961" y="121944"/>
                  </a:lnTo>
                  <a:lnTo>
                    <a:pt x="8832067" y="161346"/>
                  </a:lnTo>
                  <a:lnTo>
                    <a:pt x="8849692" y="203897"/>
                  </a:lnTo>
                  <a:lnTo>
                    <a:pt x="8860508" y="248804"/>
                  </a:lnTo>
                  <a:lnTo>
                    <a:pt x="8864187" y="295274"/>
                  </a:lnTo>
                  <a:lnTo>
                    <a:pt x="8864187" y="3612373"/>
                  </a:lnTo>
                  <a:lnTo>
                    <a:pt x="8860508" y="3658844"/>
                  </a:lnTo>
                  <a:lnTo>
                    <a:pt x="8849692" y="3703751"/>
                  </a:lnTo>
                  <a:lnTo>
                    <a:pt x="8832067" y="3746302"/>
                  </a:lnTo>
                  <a:lnTo>
                    <a:pt x="8807961" y="3785704"/>
                  </a:lnTo>
                  <a:lnTo>
                    <a:pt x="8777703" y="3821164"/>
                  </a:lnTo>
                  <a:lnTo>
                    <a:pt x="8742243" y="3851423"/>
                  </a:lnTo>
                  <a:lnTo>
                    <a:pt x="8702840" y="3875529"/>
                  </a:lnTo>
                  <a:lnTo>
                    <a:pt x="8660289" y="3893154"/>
                  </a:lnTo>
                  <a:lnTo>
                    <a:pt x="8615382" y="3903970"/>
                  </a:lnTo>
                  <a:lnTo>
                    <a:pt x="8568911" y="3907648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95111" y="5350650"/>
              <a:ext cx="8864600" cy="3907790"/>
            </a:xfrm>
            <a:custGeom>
              <a:avLst/>
              <a:gdLst/>
              <a:ahLst/>
              <a:cxnLst/>
              <a:rect l="l" t="t" r="r" b="b"/>
              <a:pathLst>
                <a:path w="8864599" h="3907790">
                  <a:moveTo>
                    <a:pt x="8568911" y="3907648"/>
                  </a:moveTo>
                  <a:lnTo>
                    <a:pt x="295274" y="3907648"/>
                  </a:lnTo>
                  <a:lnTo>
                    <a:pt x="248804" y="3903970"/>
                  </a:lnTo>
                  <a:lnTo>
                    <a:pt x="203897" y="3893154"/>
                  </a:lnTo>
                  <a:lnTo>
                    <a:pt x="161346" y="3875529"/>
                  </a:lnTo>
                  <a:lnTo>
                    <a:pt x="121944" y="3851423"/>
                  </a:lnTo>
                  <a:lnTo>
                    <a:pt x="86483" y="3821165"/>
                  </a:lnTo>
                  <a:lnTo>
                    <a:pt x="56225" y="3785704"/>
                  </a:lnTo>
                  <a:lnTo>
                    <a:pt x="32119" y="3746302"/>
                  </a:lnTo>
                  <a:lnTo>
                    <a:pt x="14494" y="3703751"/>
                  </a:lnTo>
                  <a:lnTo>
                    <a:pt x="3678" y="3658844"/>
                  </a:lnTo>
                  <a:lnTo>
                    <a:pt x="0" y="3612373"/>
                  </a:lnTo>
                  <a:lnTo>
                    <a:pt x="0" y="295274"/>
                  </a:lnTo>
                  <a:lnTo>
                    <a:pt x="3678" y="248804"/>
                  </a:lnTo>
                  <a:lnTo>
                    <a:pt x="14494" y="203897"/>
                  </a:lnTo>
                  <a:lnTo>
                    <a:pt x="32119" y="161346"/>
                  </a:lnTo>
                  <a:lnTo>
                    <a:pt x="56225" y="121944"/>
                  </a:lnTo>
                  <a:lnTo>
                    <a:pt x="86483" y="86483"/>
                  </a:lnTo>
                  <a:lnTo>
                    <a:pt x="121944" y="56225"/>
                  </a:lnTo>
                  <a:lnTo>
                    <a:pt x="161346" y="32119"/>
                  </a:lnTo>
                  <a:lnTo>
                    <a:pt x="203897" y="14494"/>
                  </a:lnTo>
                  <a:lnTo>
                    <a:pt x="248804" y="3678"/>
                  </a:lnTo>
                  <a:lnTo>
                    <a:pt x="295274" y="0"/>
                  </a:lnTo>
                  <a:lnTo>
                    <a:pt x="8568911" y="0"/>
                  </a:lnTo>
                  <a:lnTo>
                    <a:pt x="8615381" y="3678"/>
                  </a:lnTo>
                  <a:lnTo>
                    <a:pt x="8660288" y="14494"/>
                  </a:lnTo>
                  <a:lnTo>
                    <a:pt x="8702840" y="32119"/>
                  </a:lnTo>
                  <a:lnTo>
                    <a:pt x="8742242" y="56225"/>
                  </a:lnTo>
                  <a:lnTo>
                    <a:pt x="8777703" y="86483"/>
                  </a:lnTo>
                  <a:lnTo>
                    <a:pt x="8807962" y="121944"/>
                  </a:lnTo>
                  <a:lnTo>
                    <a:pt x="8832068" y="161346"/>
                  </a:lnTo>
                  <a:lnTo>
                    <a:pt x="8849693" y="203897"/>
                  </a:lnTo>
                  <a:lnTo>
                    <a:pt x="8860509" y="248804"/>
                  </a:lnTo>
                  <a:lnTo>
                    <a:pt x="8864187" y="295274"/>
                  </a:lnTo>
                  <a:lnTo>
                    <a:pt x="8864187" y="3612373"/>
                  </a:lnTo>
                  <a:lnTo>
                    <a:pt x="8860509" y="3658844"/>
                  </a:lnTo>
                  <a:lnTo>
                    <a:pt x="8849693" y="3703751"/>
                  </a:lnTo>
                  <a:lnTo>
                    <a:pt x="8832068" y="3746302"/>
                  </a:lnTo>
                  <a:lnTo>
                    <a:pt x="8807962" y="3785704"/>
                  </a:lnTo>
                  <a:lnTo>
                    <a:pt x="8777703" y="3821165"/>
                  </a:lnTo>
                  <a:lnTo>
                    <a:pt x="8742242" y="3851423"/>
                  </a:lnTo>
                  <a:lnTo>
                    <a:pt x="8702840" y="3875529"/>
                  </a:lnTo>
                  <a:lnTo>
                    <a:pt x="8660288" y="3893154"/>
                  </a:lnTo>
                  <a:lnTo>
                    <a:pt x="8615381" y="3903970"/>
                  </a:lnTo>
                  <a:lnTo>
                    <a:pt x="8568911" y="39076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7844" y="6571526"/>
            <a:ext cx="6475095" cy="252793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700" marR="5080">
              <a:lnSpc>
                <a:spcPts val="6220"/>
              </a:lnSpc>
              <a:spcBef>
                <a:spcPts val="1170"/>
              </a:spcBef>
            </a:pPr>
            <a:r>
              <a:rPr sz="6050" b="1" spc="-10" dirty="0">
                <a:solidFill>
                  <a:srgbClr val="FFFFFF"/>
                </a:solidFill>
                <a:latin typeface="Courier New"/>
                <a:cs typeface="Courier New"/>
              </a:rPr>
              <a:t>Programming </a:t>
            </a:r>
            <a:r>
              <a:rPr sz="6050" b="1" dirty="0">
                <a:solidFill>
                  <a:srgbClr val="FFFFFF"/>
                </a:solidFill>
                <a:latin typeface="Courier New"/>
                <a:cs typeface="Courier New"/>
              </a:rPr>
              <a:t>Languages</a:t>
            </a:r>
            <a:r>
              <a:rPr sz="6050" b="1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050" b="1"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z="6050" b="1" dirty="0">
                <a:solidFill>
                  <a:srgbClr val="FFFFFF"/>
                </a:solidFill>
                <a:latin typeface="Courier New"/>
                <a:cs typeface="Courier New"/>
              </a:rPr>
              <a:t>Libraries</a:t>
            </a:r>
            <a:r>
              <a:rPr sz="6050" b="1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050" b="1" spc="-20" dirty="0">
                <a:solidFill>
                  <a:srgbClr val="FFFFFF"/>
                </a:solidFill>
                <a:latin typeface="Courier New"/>
                <a:cs typeface="Courier New"/>
              </a:rPr>
              <a:t>used</a:t>
            </a:r>
            <a:endParaRPr sz="60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05591" y="2915233"/>
            <a:ext cx="95885" cy="1161415"/>
            <a:chOff x="3205591" y="2915233"/>
            <a:chExt cx="95885" cy="11614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5591" y="2915233"/>
              <a:ext cx="95299" cy="952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5591" y="3980849"/>
              <a:ext cx="95299" cy="9529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441155" y="2761057"/>
            <a:ext cx="7301865" cy="28587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25"/>
              </a:spcBef>
            </a:pPr>
            <a:r>
              <a:rPr sz="2250" b="0" dirty="0">
                <a:latin typeface="Courier New"/>
                <a:cs typeface="Courier New"/>
              </a:rPr>
              <a:t>Python:</a:t>
            </a:r>
            <a:r>
              <a:rPr sz="2250" b="0" spc="5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The</a:t>
            </a:r>
            <a:r>
              <a:rPr sz="2250" b="0" spc="5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entire</a:t>
            </a:r>
            <a:r>
              <a:rPr sz="2250" b="0" spc="60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code</a:t>
            </a:r>
            <a:r>
              <a:rPr sz="2250" b="0" spc="5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is</a:t>
            </a:r>
            <a:r>
              <a:rPr sz="2250" b="0" spc="5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written</a:t>
            </a:r>
            <a:r>
              <a:rPr sz="2250" b="0" spc="55" dirty="0">
                <a:latin typeface="Courier New"/>
                <a:cs typeface="Courier New"/>
              </a:rPr>
              <a:t> </a:t>
            </a:r>
            <a:r>
              <a:rPr sz="2250" b="0" spc="-35" dirty="0">
                <a:latin typeface="Courier New"/>
                <a:cs typeface="Courier New"/>
              </a:rPr>
              <a:t>in </a:t>
            </a:r>
            <a:r>
              <a:rPr sz="2250" b="0" dirty="0">
                <a:latin typeface="Courier New"/>
                <a:cs typeface="Courier New"/>
              </a:rPr>
              <a:t>Python,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which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is</a:t>
            </a:r>
            <a:r>
              <a:rPr sz="2250" b="0" spc="70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a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popular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general-</a:t>
            </a:r>
            <a:r>
              <a:rPr sz="2250" b="0" spc="-10" dirty="0">
                <a:latin typeface="Courier New"/>
                <a:cs typeface="Courier New"/>
              </a:rPr>
              <a:t>purpose </a:t>
            </a:r>
            <a:r>
              <a:rPr sz="2250" b="0" dirty="0">
                <a:latin typeface="Courier New"/>
                <a:cs typeface="Courier New"/>
              </a:rPr>
              <a:t>programming</a:t>
            </a:r>
            <a:r>
              <a:rPr sz="2250" b="0" spc="100" dirty="0">
                <a:latin typeface="Courier New"/>
                <a:cs typeface="Courier New"/>
              </a:rPr>
              <a:t> </a:t>
            </a:r>
            <a:r>
              <a:rPr sz="2250" b="0" spc="-10" dirty="0">
                <a:latin typeface="Courier New"/>
                <a:cs typeface="Courier New"/>
              </a:rPr>
              <a:t>language.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03600"/>
              </a:lnSpc>
            </a:pPr>
            <a:r>
              <a:rPr sz="2250" b="0" dirty="0">
                <a:latin typeface="Courier New"/>
                <a:cs typeface="Courier New"/>
              </a:rPr>
              <a:t>Regular</a:t>
            </a:r>
            <a:r>
              <a:rPr sz="2250" b="0" spc="7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Expressions</a:t>
            </a:r>
            <a:r>
              <a:rPr sz="2250" b="0" spc="80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(re</a:t>
            </a:r>
            <a:r>
              <a:rPr sz="2250" b="0" spc="7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module):</a:t>
            </a:r>
            <a:r>
              <a:rPr sz="2250" b="0" spc="75" dirty="0">
                <a:latin typeface="Courier New"/>
                <a:cs typeface="Courier New"/>
              </a:rPr>
              <a:t> </a:t>
            </a:r>
            <a:r>
              <a:rPr sz="2250" b="0" spc="-10" dirty="0">
                <a:latin typeface="Courier New"/>
                <a:cs typeface="Courier New"/>
              </a:rPr>
              <a:t>Python's </a:t>
            </a:r>
            <a:r>
              <a:rPr sz="2250" b="0" dirty="0">
                <a:latin typeface="Courier New"/>
                <a:cs typeface="Courier New"/>
              </a:rPr>
              <a:t>built-in</a:t>
            </a:r>
            <a:r>
              <a:rPr sz="2250" b="0" spc="5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module</a:t>
            </a:r>
            <a:r>
              <a:rPr sz="2250" b="0" spc="60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for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working</a:t>
            </a:r>
            <a:r>
              <a:rPr sz="2250" b="0" spc="60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with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spc="-10" dirty="0">
                <a:latin typeface="Courier New"/>
                <a:cs typeface="Courier New"/>
              </a:rPr>
              <a:t>regular </a:t>
            </a:r>
            <a:r>
              <a:rPr sz="2250" b="0" dirty="0">
                <a:latin typeface="Courier New"/>
                <a:cs typeface="Courier New"/>
              </a:rPr>
              <a:t>expressions,</a:t>
            </a:r>
            <a:r>
              <a:rPr sz="2250" b="0" spc="5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which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are</a:t>
            </a:r>
            <a:r>
              <a:rPr sz="2250" b="0" spc="70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used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spc="-10" dirty="0">
                <a:latin typeface="Courier New"/>
                <a:cs typeface="Courier New"/>
              </a:rPr>
              <a:t>extensively </a:t>
            </a:r>
            <a:r>
              <a:rPr sz="2250" b="0" dirty="0">
                <a:latin typeface="Courier New"/>
                <a:cs typeface="Courier New"/>
              </a:rPr>
              <a:t>for</a:t>
            </a:r>
            <a:r>
              <a:rPr sz="2250" b="0" spc="60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pattern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matching</a:t>
            </a:r>
            <a:r>
              <a:rPr sz="2250" b="0" spc="60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(finding</a:t>
            </a:r>
            <a:r>
              <a:rPr sz="2250" b="0" spc="60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words</a:t>
            </a:r>
            <a:r>
              <a:rPr sz="2250" b="0" spc="65" dirty="0">
                <a:latin typeface="Courier New"/>
                <a:cs typeface="Courier New"/>
              </a:rPr>
              <a:t> </a:t>
            </a:r>
            <a:r>
              <a:rPr sz="2250" b="0" dirty="0">
                <a:latin typeface="Courier New"/>
                <a:cs typeface="Courier New"/>
              </a:rPr>
              <a:t>in</a:t>
            </a:r>
            <a:r>
              <a:rPr sz="2250" b="0" spc="60" dirty="0">
                <a:latin typeface="Courier New"/>
                <a:cs typeface="Courier New"/>
              </a:rPr>
              <a:t> </a:t>
            </a:r>
            <a:r>
              <a:rPr sz="2250" b="0" spc="-25" dirty="0">
                <a:latin typeface="Courier New"/>
                <a:cs typeface="Courier New"/>
              </a:rPr>
              <a:t>the </a:t>
            </a:r>
            <a:r>
              <a:rPr sz="2250" b="0" spc="-10" dirty="0">
                <a:latin typeface="Courier New"/>
                <a:cs typeface="Courier New"/>
              </a:rPr>
              <a:t>text).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00735" y="6584756"/>
            <a:ext cx="7629525" cy="174942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30"/>
              </a:spcBef>
            </a:pP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Type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Annotations: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The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code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uses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Python’s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spc="-20" dirty="0">
                <a:solidFill>
                  <a:srgbClr val="07122F"/>
                </a:solidFill>
                <a:latin typeface="Courier New"/>
                <a:cs typeface="Courier New"/>
              </a:rPr>
              <a:t>type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annotations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(List,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Tuple,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Dict)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to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define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7122F"/>
                </a:solidFill>
                <a:latin typeface="Courier New"/>
                <a:cs typeface="Courier New"/>
              </a:rPr>
              <a:t>the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expected</a:t>
            </a:r>
            <a:r>
              <a:rPr sz="2200" spc="-2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types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of</a:t>
            </a:r>
            <a:r>
              <a:rPr sz="2200" spc="-2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function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arguments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7122F"/>
                </a:solidFill>
                <a:latin typeface="Courier New"/>
                <a:cs typeface="Courier New"/>
              </a:rPr>
              <a:t>and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return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values.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This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helps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in</a:t>
            </a:r>
            <a:r>
              <a:rPr sz="2200" spc="-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understanding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what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types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of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inputs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the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functions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expect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7122F"/>
                </a:solidFill>
                <a:latin typeface="Courier New"/>
                <a:cs typeface="Courier New"/>
              </a:rPr>
              <a:t>and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00735" y="8317067"/>
            <a:ext cx="2898140" cy="363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what</a:t>
            </a:r>
            <a:r>
              <a:rPr sz="2200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7122F"/>
                </a:solidFill>
                <a:latin typeface="Courier New"/>
                <a:cs typeface="Courier New"/>
              </a:rPr>
              <a:t>they</a:t>
            </a:r>
            <a:r>
              <a:rPr sz="2200" spc="-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7122F"/>
                </a:solidFill>
                <a:latin typeface="Courier New"/>
                <a:cs typeface="Courier New"/>
              </a:rPr>
              <a:t>return.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81602" y="1041804"/>
            <a:ext cx="13978255" cy="4831080"/>
            <a:chOff x="3281602" y="1041804"/>
            <a:chExt cx="13978255" cy="48310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1602" y="2580080"/>
              <a:ext cx="210975" cy="2109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3435" y="5661280"/>
              <a:ext cx="210975" cy="2109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57312" y="2580080"/>
              <a:ext cx="210975" cy="2109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9145" y="5661280"/>
              <a:ext cx="210975" cy="2109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1893" y="2580080"/>
              <a:ext cx="210975" cy="2109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63727" y="5661280"/>
              <a:ext cx="210975" cy="2109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089040" y="1041804"/>
              <a:ext cx="5170805" cy="3352165"/>
            </a:xfrm>
            <a:custGeom>
              <a:avLst/>
              <a:gdLst/>
              <a:ahLst/>
              <a:cxnLst/>
              <a:rect l="l" t="t" r="r" b="b"/>
              <a:pathLst>
                <a:path w="5170805" h="3352165">
                  <a:moveTo>
                    <a:pt x="5008333" y="3351846"/>
                  </a:moveTo>
                  <a:lnTo>
                    <a:pt x="161924" y="3351846"/>
                  </a:lnTo>
                  <a:lnTo>
                    <a:pt x="118879" y="3346062"/>
                  </a:lnTo>
                  <a:lnTo>
                    <a:pt x="80198" y="3329738"/>
                  </a:lnTo>
                  <a:lnTo>
                    <a:pt x="47426" y="3304419"/>
                  </a:lnTo>
                  <a:lnTo>
                    <a:pt x="22107" y="3271648"/>
                  </a:lnTo>
                  <a:lnTo>
                    <a:pt x="5784" y="3232967"/>
                  </a:lnTo>
                  <a:lnTo>
                    <a:pt x="0" y="3189921"/>
                  </a:lnTo>
                  <a:lnTo>
                    <a:pt x="0" y="161924"/>
                  </a:lnTo>
                  <a:lnTo>
                    <a:pt x="5784" y="118878"/>
                  </a:lnTo>
                  <a:lnTo>
                    <a:pt x="22107" y="80198"/>
                  </a:lnTo>
                  <a:lnTo>
                    <a:pt x="47426" y="47426"/>
                  </a:lnTo>
                  <a:lnTo>
                    <a:pt x="80198" y="22107"/>
                  </a:lnTo>
                  <a:lnTo>
                    <a:pt x="118879" y="5784"/>
                  </a:lnTo>
                  <a:lnTo>
                    <a:pt x="161924" y="0"/>
                  </a:lnTo>
                  <a:lnTo>
                    <a:pt x="5008333" y="0"/>
                  </a:lnTo>
                  <a:lnTo>
                    <a:pt x="5051379" y="5784"/>
                  </a:lnTo>
                  <a:lnTo>
                    <a:pt x="5090060" y="22107"/>
                  </a:lnTo>
                  <a:lnTo>
                    <a:pt x="5122832" y="47426"/>
                  </a:lnTo>
                  <a:lnTo>
                    <a:pt x="5148151" y="80198"/>
                  </a:lnTo>
                  <a:lnTo>
                    <a:pt x="5164474" y="118878"/>
                  </a:lnTo>
                  <a:lnTo>
                    <a:pt x="5170258" y="161924"/>
                  </a:lnTo>
                  <a:lnTo>
                    <a:pt x="5170258" y="3189921"/>
                  </a:lnTo>
                  <a:lnTo>
                    <a:pt x="5164474" y="3232967"/>
                  </a:lnTo>
                  <a:lnTo>
                    <a:pt x="5148151" y="3271648"/>
                  </a:lnTo>
                  <a:lnTo>
                    <a:pt x="5122832" y="3304419"/>
                  </a:lnTo>
                  <a:lnTo>
                    <a:pt x="5090060" y="3329738"/>
                  </a:lnTo>
                  <a:lnTo>
                    <a:pt x="5051379" y="3346062"/>
                  </a:lnTo>
                  <a:lnTo>
                    <a:pt x="5008333" y="3351846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26470" y="1295695"/>
              <a:ext cx="172440" cy="17244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1822" y="1295695"/>
              <a:ext cx="172439" cy="17244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76250" y="1295695"/>
              <a:ext cx="172439" cy="1724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26470" y="1767561"/>
              <a:ext cx="4512950" cy="22528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AC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1488" y="1741002"/>
            <a:ext cx="38100" cy="189865"/>
          </a:xfrm>
          <a:custGeom>
            <a:avLst/>
            <a:gdLst/>
            <a:ahLst/>
            <a:cxnLst/>
            <a:rect l="l" t="t" r="r" b="b"/>
            <a:pathLst>
              <a:path w="38100" h="189864">
                <a:moveTo>
                  <a:pt x="0" y="189757"/>
                </a:moveTo>
                <a:lnTo>
                  <a:pt x="37597" y="189757"/>
                </a:lnTo>
                <a:lnTo>
                  <a:pt x="37597" y="0"/>
                </a:lnTo>
                <a:lnTo>
                  <a:pt x="0" y="0"/>
                </a:lnTo>
                <a:lnTo>
                  <a:pt x="0" y="189757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1488" y="0"/>
            <a:ext cx="38100" cy="1680210"/>
          </a:xfrm>
          <a:custGeom>
            <a:avLst/>
            <a:gdLst/>
            <a:ahLst/>
            <a:cxnLst/>
            <a:rect l="l" t="t" r="r" b="b"/>
            <a:pathLst>
              <a:path w="38100" h="1680210">
                <a:moveTo>
                  <a:pt x="0" y="1679652"/>
                </a:moveTo>
                <a:lnTo>
                  <a:pt x="37597" y="1679652"/>
                </a:lnTo>
                <a:lnTo>
                  <a:pt x="37597" y="0"/>
                </a:lnTo>
                <a:lnTo>
                  <a:pt x="0" y="0"/>
                </a:lnTo>
                <a:lnTo>
                  <a:pt x="0" y="1679652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03289" y="1741002"/>
            <a:ext cx="34290" cy="189865"/>
          </a:xfrm>
          <a:custGeom>
            <a:avLst/>
            <a:gdLst/>
            <a:ahLst/>
            <a:cxnLst/>
            <a:rect l="l" t="t" r="r" b="b"/>
            <a:pathLst>
              <a:path w="34289" h="189864">
                <a:moveTo>
                  <a:pt x="0" y="189757"/>
                </a:moveTo>
                <a:lnTo>
                  <a:pt x="33838" y="189757"/>
                </a:lnTo>
                <a:lnTo>
                  <a:pt x="33838" y="0"/>
                </a:lnTo>
                <a:lnTo>
                  <a:pt x="0" y="0"/>
                </a:lnTo>
                <a:lnTo>
                  <a:pt x="0" y="189757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3289" y="0"/>
            <a:ext cx="34290" cy="1680210"/>
          </a:xfrm>
          <a:custGeom>
            <a:avLst/>
            <a:gdLst/>
            <a:ahLst/>
            <a:cxnLst/>
            <a:rect l="l" t="t" r="r" b="b"/>
            <a:pathLst>
              <a:path w="34289" h="1680210">
                <a:moveTo>
                  <a:pt x="0" y="1679652"/>
                </a:moveTo>
                <a:lnTo>
                  <a:pt x="33838" y="1679652"/>
                </a:lnTo>
                <a:lnTo>
                  <a:pt x="33838" y="0"/>
                </a:lnTo>
                <a:lnTo>
                  <a:pt x="0" y="0"/>
                </a:lnTo>
                <a:lnTo>
                  <a:pt x="0" y="1679652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31330" y="1741002"/>
            <a:ext cx="38100" cy="189865"/>
          </a:xfrm>
          <a:custGeom>
            <a:avLst/>
            <a:gdLst/>
            <a:ahLst/>
            <a:cxnLst/>
            <a:rect l="l" t="t" r="r" b="b"/>
            <a:pathLst>
              <a:path w="38100" h="189864">
                <a:moveTo>
                  <a:pt x="0" y="189757"/>
                </a:moveTo>
                <a:lnTo>
                  <a:pt x="37597" y="189757"/>
                </a:lnTo>
                <a:lnTo>
                  <a:pt x="37597" y="0"/>
                </a:lnTo>
                <a:lnTo>
                  <a:pt x="0" y="0"/>
                </a:lnTo>
                <a:lnTo>
                  <a:pt x="0" y="189757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31330" y="0"/>
            <a:ext cx="38100" cy="1680210"/>
          </a:xfrm>
          <a:custGeom>
            <a:avLst/>
            <a:gdLst/>
            <a:ahLst/>
            <a:cxnLst/>
            <a:rect l="l" t="t" r="r" b="b"/>
            <a:pathLst>
              <a:path w="38100" h="1680210">
                <a:moveTo>
                  <a:pt x="0" y="1679652"/>
                </a:moveTo>
                <a:lnTo>
                  <a:pt x="37597" y="1679652"/>
                </a:lnTo>
                <a:lnTo>
                  <a:pt x="37597" y="0"/>
                </a:lnTo>
                <a:lnTo>
                  <a:pt x="0" y="0"/>
                </a:lnTo>
                <a:lnTo>
                  <a:pt x="0" y="1679652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63131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90" h="1931035">
                <a:moveTo>
                  <a:pt x="3383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7" y="0"/>
                </a:lnTo>
                <a:lnTo>
                  <a:pt x="3383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-381"/>
            <a:ext cx="18288000" cy="10287635"/>
            <a:chOff x="0" y="-381"/>
            <a:chExt cx="18288000" cy="10287635"/>
          </a:xfrm>
        </p:grpSpPr>
        <p:sp>
          <p:nvSpPr>
            <p:cNvPr id="11" name="object 11"/>
            <p:cNvSpPr/>
            <p:nvPr/>
          </p:nvSpPr>
          <p:spPr>
            <a:xfrm>
              <a:off x="0" y="-369"/>
              <a:ext cx="18288000" cy="10287635"/>
            </a:xfrm>
            <a:custGeom>
              <a:avLst/>
              <a:gdLst/>
              <a:ahLst/>
              <a:cxnLst/>
              <a:rect l="l" t="t" r="r" b="b"/>
              <a:pathLst>
                <a:path w="18288000" h="10287635">
                  <a:moveTo>
                    <a:pt x="1709077" y="8356613"/>
                  </a:moveTo>
                  <a:lnTo>
                    <a:pt x="1671485" y="8356613"/>
                  </a:lnTo>
                  <a:lnTo>
                    <a:pt x="1671485" y="10287368"/>
                  </a:lnTo>
                  <a:lnTo>
                    <a:pt x="1709077" y="10287368"/>
                  </a:lnTo>
                  <a:lnTo>
                    <a:pt x="1709077" y="8356613"/>
                  </a:lnTo>
                  <a:close/>
                </a:path>
                <a:path w="18288000" h="10287635">
                  <a:moveTo>
                    <a:pt x="1709077" y="3111525"/>
                  </a:moveTo>
                  <a:lnTo>
                    <a:pt x="1671485" y="3111525"/>
                  </a:lnTo>
                  <a:lnTo>
                    <a:pt x="1671485" y="3735260"/>
                  </a:lnTo>
                  <a:lnTo>
                    <a:pt x="1709077" y="3735260"/>
                  </a:lnTo>
                  <a:lnTo>
                    <a:pt x="1709077" y="3111525"/>
                  </a:lnTo>
                  <a:close/>
                </a:path>
                <a:path w="18288000" h="10287635">
                  <a:moveTo>
                    <a:pt x="1709077" y="2426449"/>
                  </a:moveTo>
                  <a:lnTo>
                    <a:pt x="1671485" y="2426449"/>
                  </a:lnTo>
                  <a:lnTo>
                    <a:pt x="1671485" y="3050184"/>
                  </a:lnTo>
                  <a:lnTo>
                    <a:pt x="1709077" y="3050184"/>
                  </a:lnTo>
                  <a:lnTo>
                    <a:pt x="1709077" y="2426449"/>
                  </a:lnTo>
                  <a:close/>
                </a:path>
                <a:path w="18288000" h="10287635">
                  <a:moveTo>
                    <a:pt x="3837127" y="8356613"/>
                  </a:moveTo>
                  <a:lnTo>
                    <a:pt x="3799522" y="8356613"/>
                  </a:lnTo>
                  <a:lnTo>
                    <a:pt x="3799522" y="10287368"/>
                  </a:lnTo>
                  <a:lnTo>
                    <a:pt x="3837127" y="10287368"/>
                  </a:lnTo>
                  <a:lnTo>
                    <a:pt x="3837127" y="8356613"/>
                  </a:lnTo>
                  <a:close/>
                </a:path>
                <a:path w="18288000" h="10287635">
                  <a:moveTo>
                    <a:pt x="3837127" y="1968728"/>
                  </a:moveTo>
                  <a:lnTo>
                    <a:pt x="3799522" y="1968728"/>
                  </a:lnTo>
                  <a:lnTo>
                    <a:pt x="3799522" y="3735260"/>
                  </a:lnTo>
                  <a:lnTo>
                    <a:pt x="3837127" y="3735260"/>
                  </a:lnTo>
                  <a:lnTo>
                    <a:pt x="3837127" y="1968728"/>
                  </a:lnTo>
                  <a:close/>
                </a:path>
                <a:path w="18288000" h="10287635">
                  <a:moveTo>
                    <a:pt x="5968924" y="8356613"/>
                  </a:moveTo>
                  <a:lnTo>
                    <a:pt x="5931319" y="8356613"/>
                  </a:lnTo>
                  <a:lnTo>
                    <a:pt x="5931319" y="10287368"/>
                  </a:lnTo>
                  <a:lnTo>
                    <a:pt x="5968924" y="10287368"/>
                  </a:lnTo>
                  <a:lnTo>
                    <a:pt x="5968924" y="8356613"/>
                  </a:lnTo>
                  <a:close/>
                </a:path>
                <a:path w="18288000" h="10287635">
                  <a:moveTo>
                    <a:pt x="5968924" y="1968728"/>
                  </a:moveTo>
                  <a:lnTo>
                    <a:pt x="5931319" y="1968728"/>
                  </a:lnTo>
                  <a:lnTo>
                    <a:pt x="5931319" y="3735260"/>
                  </a:lnTo>
                  <a:lnTo>
                    <a:pt x="5968924" y="3735260"/>
                  </a:lnTo>
                  <a:lnTo>
                    <a:pt x="5968924" y="1968728"/>
                  </a:lnTo>
                  <a:close/>
                </a:path>
                <a:path w="18288000" h="10287635">
                  <a:moveTo>
                    <a:pt x="12356668" y="8356613"/>
                  </a:moveTo>
                  <a:lnTo>
                    <a:pt x="12319064" y="8356613"/>
                  </a:lnTo>
                  <a:lnTo>
                    <a:pt x="12319064" y="10287368"/>
                  </a:lnTo>
                  <a:lnTo>
                    <a:pt x="12356668" y="10287368"/>
                  </a:lnTo>
                  <a:lnTo>
                    <a:pt x="12356668" y="8356613"/>
                  </a:lnTo>
                  <a:close/>
                </a:path>
                <a:path w="18288000" h="10287635">
                  <a:moveTo>
                    <a:pt x="12356668" y="381"/>
                  </a:moveTo>
                  <a:lnTo>
                    <a:pt x="12322823" y="381"/>
                  </a:lnTo>
                  <a:lnTo>
                    <a:pt x="12322823" y="1931136"/>
                  </a:lnTo>
                  <a:lnTo>
                    <a:pt x="12356668" y="1931136"/>
                  </a:lnTo>
                  <a:lnTo>
                    <a:pt x="12356668" y="381"/>
                  </a:lnTo>
                  <a:close/>
                </a:path>
                <a:path w="18288000" h="10287635">
                  <a:moveTo>
                    <a:pt x="14488465" y="8356613"/>
                  </a:moveTo>
                  <a:lnTo>
                    <a:pt x="14450860" y="8356613"/>
                  </a:lnTo>
                  <a:lnTo>
                    <a:pt x="14450860" y="10287368"/>
                  </a:lnTo>
                  <a:lnTo>
                    <a:pt x="14488465" y="10287368"/>
                  </a:lnTo>
                  <a:lnTo>
                    <a:pt x="14488465" y="8356613"/>
                  </a:lnTo>
                  <a:close/>
                </a:path>
                <a:path w="18288000" h="10287635">
                  <a:moveTo>
                    <a:pt x="14488465" y="381"/>
                  </a:moveTo>
                  <a:lnTo>
                    <a:pt x="14450860" y="381"/>
                  </a:lnTo>
                  <a:lnTo>
                    <a:pt x="14450860" y="1931136"/>
                  </a:lnTo>
                  <a:lnTo>
                    <a:pt x="14488465" y="1931136"/>
                  </a:lnTo>
                  <a:lnTo>
                    <a:pt x="14488465" y="381"/>
                  </a:lnTo>
                  <a:close/>
                </a:path>
                <a:path w="18288000" h="10287635">
                  <a:moveTo>
                    <a:pt x="16616502" y="8356613"/>
                  </a:moveTo>
                  <a:lnTo>
                    <a:pt x="16582670" y="8356613"/>
                  </a:lnTo>
                  <a:lnTo>
                    <a:pt x="16582670" y="10287368"/>
                  </a:lnTo>
                  <a:lnTo>
                    <a:pt x="16616502" y="10287368"/>
                  </a:lnTo>
                  <a:lnTo>
                    <a:pt x="16616502" y="8356613"/>
                  </a:lnTo>
                  <a:close/>
                </a:path>
                <a:path w="18288000" h="10287635">
                  <a:moveTo>
                    <a:pt x="16616502" y="381"/>
                  </a:moveTo>
                  <a:lnTo>
                    <a:pt x="16582670" y="381"/>
                  </a:lnTo>
                  <a:lnTo>
                    <a:pt x="16582670" y="1931136"/>
                  </a:lnTo>
                  <a:lnTo>
                    <a:pt x="16616502" y="1931136"/>
                  </a:lnTo>
                  <a:lnTo>
                    <a:pt x="16616502" y="381"/>
                  </a:lnTo>
                  <a:close/>
                </a:path>
                <a:path w="18288000" h="10287635">
                  <a:moveTo>
                    <a:pt x="18287988" y="1931670"/>
                  </a:moveTo>
                  <a:lnTo>
                    <a:pt x="10228758" y="1931670"/>
                  </a:lnTo>
                  <a:lnTo>
                    <a:pt x="10228758" y="0"/>
                  </a:lnTo>
                  <a:lnTo>
                    <a:pt x="10191166" y="0"/>
                  </a:lnTo>
                  <a:lnTo>
                    <a:pt x="10191166" y="381"/>
                  </a:lnTo>
                  <a:lnTo>
                    <a:pt x="10191026" y="381"/>
                  </a:lnTo>
                  <a:lnTo>
                    <a:pt x="10191026" y="1931136"/>
                  </a:lnTo>
                  <a:lnTo>
                    <a:pt x="10191166" y="1931136"/>
                  </a:lnTo>
                  <a:lnTo>
                    <a:pt x="10191166" y="1931670"/>
                  </a:lnTo>
                  <a:lnTo>
                    <a:pt x="10191166" y="1968500"/>
                  </a:lnTo>
                  <a:lnTo>
                    <a:pt x="10191166" y="6228575"/>
                  </a:lnTo>
                  <a:lnTo>
                    <a:pt x="10191026" y="6228575"/>
                  </a:lnTo>
                  <a:lnTo>
                    <a:pt x="10191026" y="8322297"/>
                  </a:lnTo>
                  <a:lnTo>
                    <a:pt x="8096961" y="8322297"/>
                  </a:lnTo>
                  <a:lnTo>
                    <a:pt x="8096961" y="6228575"/>
                  </a:lnTo>
                  <a:lnTo>
                    <a:pt x="8096821" y="6228575"/>
                  </a:lnTo>
                  <a:lnTo>
                    <a:pt x="8096821" y="6228067"/>
                  </a:lnTo>
                  <a:lnTo>
                    <a:pt x="10191166" y="6228067"/>
                  </a:lnTo>
                  <a:lnTo>
                    <a:pt x="10191166" y="6191237"/>
                  </a:lnTo>
                  <a:lnTo>
                    <a:pt x="8096821" y="6191237"/>
                  </a:lnTo>
                  <a:lnTo>
                    <a:pt x="8096821" y="6190970"/>
                  </a:lnTo>
                  <a:lnTo>
                    <a:pt x="8096961" y="6190970"/>
                  </a:lnTo>
                  <a:lnTo>
                    <a:pt x="8096961" y="4097007"/>
                  </a:lnTo>
                  <a:lnTo>
                    <a:pt x="10191026" y="4097007"/>
                  </a:lnTo>
                  <a:lnTo>
                    <a:pt x="10191026" y="6190970"/>
                  </a:lnTo>
                  <a:lnTo>
                    <a:pt x="10191166" y="6190970"/>
                  </a:lnTo>
                  <a:lnTo>
                    <a:pt x="10191166" y="1968728"/>
                  </a:lnTo>
                  <a:lnTo>
                    <a:pt x="10191026" y="1968728"/>
                  </a:lnTo>
                  <a:lnTo>
                    <a:pt x="10191026" y="4058907"/>
                  </a:lnTo>
                  <a:lnTo>
                    <a:pt x="8096961" y="4058907"/>
                  </a:lnTo>
                  <a:lnTo>
                    <a:pt x="8096961" y="1968728"/>
                  </a:lnTo>
                  <a:lnTo>
                    <a:pt x="8096821" y="1968728"/>
                  </a:lnTo>
                  <a:lnTo>
                    <a:pt x="8096821" y="1968500"/>
                  </a:lnTo>
                  <a:lnTo>
                    <a:pt x="10191166" y="1968500"/>
                  </a:lnTo>
                  <a:lnTo>
                    <a:pt x="10191166" y="1931670"/>
                  </a:lnTo>
                  <a:lnTo>
                    <a:pt x="8096821" y="1931670"/>
                  </a:lnTo>
                  <a:lnTo>
                    <a:pt x="8096821" y="0"/>
                  </a:lnTo>
                  <a:lnTo>
                    <a:pt x="8059229" y="0"/>
                  </a:lnTo>
                  <a:lnTo>
                    <a:pt x="8059229" y="1931670"/>
                  </a:lnTo>
                  <a:lnTo>
                    <a:pt x="0" y="1931670"/>
                  </a:lnTo>
                  <a:lnTo>
                    <a:pt x="0" y="1968500"/>
                  </a:lnTo>
                  <a:lnTo>
                    <a:pt x="1671485" y="1968500"/>
                  </a:lnTo>
                  <a:lnTo>
                    <a:pt x="1671485" y="2365108"/>
                  </a:lnTo>
                  <a:lnTo>
                    <a:pt x="1709077" y="2365108"/>
                  </a:lnTo>
                  <a:lnTo>
                    <a:pt x="1709077" y="1968500"/>
                  </a:lnTo>
                  <a:lnTo>
                    <a:pt x="8059229" y="1968500"/>
                  </a:lnTo>
                  <a:lnTo>
                    <a:pt x="8059229" y="4058907"/>
                  </a:lnTo>
                  <a:lnTo>
                    <a:pt x="8059229" y="4062717"/>
                  </a:lnTo>
                  <a:lnTo>
                    <a:pt x="5968924" y="4062717"/>
                  </a:lnTo>
                  <a:lnTo>
                    <a:pt x="5968924" y="3796601"/>
                  </a:lnTo>
                  <a:lnTo>
                    <a:pt x="5931319" y="3796601"/>
                  </a:lnTo>
                  <a:lnTo>
                    <a:pt x="5931319" y="4062717"/>
                  </a:lnTo>
                  <a:lnTo>
                    <a:pt x="3837127" y="4062717"/>
                  </a:lnTo>
                  <a:lnTo>
                    <a:pt x="3837127" y="3796601"/>
                  </a:lnTo>
                  <a:lnTo>
                    <a:pt x="3799522" y="3796601"/>
                  </a:lnTo>
                  <a:lnTo>
                    <a:pt x="3799522" y="4062717"/>
                  </a:lnTo>
                  <a:lnTo>
                    <a:pt x="1709077" y="4062717"/>
                  </a:lnTo>
                  <a:lnTo>
                    <a:pt x="1709077" y="4058920"/>
                  </a:lnTo>
                  <a:lnTo>
                    <a:pt x="1709077" y="3796601"/>
                  </a:lnTo>
                  <a:lnTo>
                    <a:pt x="1671485" y="3796601"/>
                  </a:lnTo>
                  <a:lnTo>
                    <a:pt x="1671485" y="4058907"/>
                  </a:lnTo>
                  <a:lnTo>
                    <a:pt x="0" y="4058907"/>
                  </a:lnTo>
                  <a:lnTo>
                    <a:pt x="0" y="4062717"/>
                  </a:lnTo>
                  <a:lnTo>
                    <a:pt x="0" y="4097007"/>
                  </a:lnTo>
                  <a:lnTo>
                    <a:pt x="1671485" y="4097007"/>
                  </a:lnTo>
                  <a:lnTo>
                    <a:pt x="1671485" y="6190970"/>
                  </a:lnTo>
                  <a:lnTo>
                    <a:pt x="1709077" y="6190970"/>
                  </a:lnTo>
                  <a:lnTo>
                    <a:pt x="1709077" y="4097007"/>
                  </a:lnTo>
                  <a:lnTo>
                    <a:pt x="3803281" y="4097007"/>
                  </a:lnTo>
                  <a:lnTo>
                    <a:pt x="3803281" y="6190970"/>
                  </a:lnTo>
                  <a:lnTo>
                    <a:pt x="3837127" y="6190970"/>
                  </a:lnTo>
                  <a:lnTo>
                    <a:pt x="3837127" y="4097007"/>
                  </a:lnTo>
                  <a:lnTo>
                    <a:pt x="5931319" y="4097007"/>
                  </a:lnTo>
                  <a:lnTo>
                    <a:pt x="5931319" y="6190970"/>
                  </a:lnTo>
                  <a:lnTo>
                    <a:pt x="5968924" y="6190970"/>
                  </a:lnTo>
                  <a:lnTo>
                    <a:pt x="5968924" y="4097007"/>
                  </a:lnTo>
                  <a:lnTo>
                    <a:pt x="8059229" y="4097007"/>
                  </a:lnTo>
                  <a:lnTo>
                    <a:pt x="8059229" y="6191237"/>
                  </a:lnTo>
                  <a:lnTo>
                    <a:pt x="0" y="6191237"/>
                  </a:lnTo>
                  <a:lnTo>
                    <a:pt x="0" y="6228067"/>
                  </a:lnTo>
                  <a:lnTo>
                    <a:pt x="8059229" y="6228067"/>
                  </a:lnTo>
                  <a:lnTo>
                    <a:pt x="8059229" y="8322297"/>
                  </a:lnTo>
                  <a:lnTo>
                    <a:pt x="5968924" y="8322297"/>
                  </a:lnTo>
                  <a:lnTo>
                    <a:pt x="5968924" y="6228575"/>
                  </a:lnTo>
                  <a:lnTo>
                    <a:pt x="5931319" y="6228575"/>
                  </a:lnTo>
                  <a:lnTo>
                    <a:pt x="5931319" y="8322297"/>
                  </a:lnTo>
                  <a:lnTo>
                    <a:pt x="3837127" y="8322297"/>
                  </a:lnTo>
                  <a:lnTo>
                    <a:pt x="3837127" y="6228575"/>
                  </a:lnTo>
                  <a:lnTo>
                    <a:pt x="3803281" y="6228575"/>
                  </a:lnTo>
                  <a:lnTo>
                    <a:pt x="3803281" y="8322297"/>
                  </a:lnTo>
                  <a:lnTo>
                    <a:pt x="1709077" y="8322297"/>
                  </a:lnTo>
                  <a:lnTo>
                    <a:pt x="1709077" y="6228575"/>
                  </a:lnTo>
                  <a:lnTo>
                    <a:pt x="1671485" y="6228575"/>
                  </a:lnTo>
                  <a:lnTo>
                    <a:pt x="1671485" y="8322297"/>
                  </a:lnTo>
                  <a:lnTo>
                    <a:pt x="0" y="8322297"/>
                  </a:lnTo>
                  <a:lnTo>
                    <a:pt x="0" y="8356587"/>
                  </a:lnTo>
                  <a:lnTo>
                    <a:pt x="8059229" y="8356587"/>
                  </a:lnTo>
                  <a:lnTo>
                    <a:pt x="8059229" y="10286987"/>
                  </a:lnTo>
                  <a:lnTo>
                    <a:pt x="8063128" y="10286987"/>
                  </a:lnTo>
                  <a:lnTo>
                    <a:pt x="8063128" y="10287368"/>
                  </a:lnTo>
                  <a:lnTo>
                    <a:pt x="8096961" y="10287368"/>
                  </a:lnTo>
                  <a:lnTo>
                    <a:pt x="8096961" y="8356613"/>
                  </a:lnTo>
                  <a:lnTo>
                    <a:pt x="8096821" y="8356613"/>
                  </a:lnTo>
                  <a:lnTo>
                    <a:pt x="10191166" y="8356587"/>
                  </a:lnTo>
                  <a:lnTo>
                    <a:pt x="10191026" y="8356613"/>
                  </a:lnTo>
                  <a:lnTo>
                    <a:pt x="10191026" y="10287368"/>
                  </a:lnTo>
                  <a:lnTo>
                    <a:pt x="10228618" y="10287368"/>
                  </a:lnTo>
                  <a:lnTo>
                    <a:pt x="10228618" y="10286987"/>
                  </a:lnTo>
                  <a:lnTo>
                    <a:pt x="10228758" y="10286987"/>
                  </a:lnTo>
                  <a:lnTo>
                    <a:pt x="10228758" y="8356587"/>
                  </a:lnTo>
                  <a:lnTo>
                    <a:pt x="18287988" y="8356587"/>
                  </a:lnTo>
                  <a:lnTo>
                    <a:pt x="18287988" y="8322297"/>
                  </a:lnTo>
                  <a:lnTo>
                    <a:pt x="16616502" y="8322297"/>
                  </a:lnTo>
                  <a:lnTo>
                    <a:pt x="16616502" y="6228575"/>
                  </a:lnTo>
                  <a:lnTo>
                    <a:pt x="16582670" y="6228575"/>
                  </a:lnTo>
                  <a:lnTo>
                    <a:pt x="16582670" y="8322297"/>
                  </a:lnTo>
                  <a:lnTo>
                    <a:pt x="14488465" y="8322297"/>
                  </a:lnTo>
                  <a:lnTo>
                    <a:pt x="14488465" y="6228575"/>
                  </a:lnTo>
                  <a:lnTo>
                    <a:pt x="14450860" y="6228575"/>
                  </a:lnTo>
                  <a:lnTo>
                    <a:pt x="14450860" y="8322297"/>
                  </a:lnTo>
                  <a:lnTo>
                    <a:pt x="12356668" y="8322297"/>
                  </a:lnTo>
                  <a:lnTo>
                    <a:pt x="12356668" y="6228575"/>
                  </a:lnTo>
                  <a:lnTo>
                    <a:pt x="12322823" y="6228575"/>
                  </a:lnTo>
                  <a:lnTo>
                    <a:pt x="12322823" y="8322297"/>
                  </a:lnTo>
                  <a:lnTo>
                    <a:pt x="10228758" y="8322297"/>
                  </a:lnTo>
                  <a:lnTo>
                    <a:pt x="10228758" y="6228067"/>
                  </a:lnTo>
                  <a:lnTo>
                    <a:pt x="18287988" y="6228067"/>
                  </a:lnTo>
                  <a:lnTo>
                    <a:pt x="18287988" y="6191237"/>
                  </a:lnTo>
                  <a:lnTo>
                    <a:pt x="10228758" y="6191237"/>
                  </a:lnTo>
                  <a:lnTo>
                    <a:pt x="10228758" y="4097007"/>
                  </a:lnTo>
                  <a:lnTo>
                    <a:pt x="12322823" y="4097007"/>
                  </a:lnTo>
                  <a:lnTo>
                    <a:pt x="12322823" y="6190970"/>
                  </a:lnTo>
                  <a:lnTo>
                    <a:pt x="12356668" y="6190970"/>
                  </a:lnTo>
                  <a:lnTo>
                    <a:pt x="12356668" y="4097007"/>
                  </a:lnTo>
                  <a:lnTo>
                    <a:pt x="14450860" y="4097007"/>
                  </a:lnTo>
                  <a:lnTo>
                    <a:pt x="14450860" y="6190970"/>
                  </a:lnTo>
                  <a:lnTo>
                    <a:pt x="14488465" y="6190970"/>
                  </a:lnTo>
                  <a:lnTo>
                    <a:pt x="14488465" y="4097007"/>
                  </a:lnTo>
                  <a:lnTo>
                    <a:pt x="16582670" y="4097007"/>
                  </a:lnTo>
                  <a:lnTo>
                    <a:pt x="16582670" y="6190970"/>
                  </a:lnTo>
                  <a:lnTo>
                    <a:pt x="16616502" y="6190970"/>
                  </a:lnTo>
                  <a:lnTo>
                    <a:pt x="16616502" y="4097007"/>
                  </a:lnTo>
                  <a:lnTo>
                    <a:pt x="18287988" y="4097007"/>
                  </a:lnTo>
                  <a:lnTo>
                    <a:pt x="18287988" y="4062717"/>
                  </a:lnTo>
                  <a:lnTo>
                    <a:pt x="16616502" y="4062717"/>
                  </a:lnTo>
                  <a:lnTo>
                    <a:pt x="16616502" y="1968728"/>
                  </a:lnTo>
                  <a:lnTo>
                    <a:pt x="16582670" y="1968728"/>
                  </a:lnTo>
                  <a:lnTo>
                    <a:pt x="16582670" y="4062717"/>
                  </a:lnTo>
                  <a:lnTo>
                    <a:pt x="14488465" y="4062717"/>
                  </a:lnTo>
                  <a:lnTo>
                    <a:pt x="14488465" y="1968728"/>
                  </a:lnTo>
                  <a:lnTo>
                    <a:pt x="14450860" y="1968728"/>
                  </a:lnTo>
                  <a:lnTo>
                    <a:pt x="14450860" y="4062717"/>
                  </a:lnTo>
                  <a:lnTo>
                    <a:pt x="12356668" y="4062717"/>
                  </a:lnTo>
                  <a:lnTo>
                    <a:pt x="12356668" y="1968728"/>
                  </a:lnTo>
                  <a:lnTo>
                    <a:pt x="12319064" y="1968728"/>
                  </a:lnTo>
                  <a:lnTo>
                    <a:pt x="12319064" y="4062717"/>
                  </a:lnTo>
                  <a:lnTo>
                    <a:pt x="10228758" y="4062717"/>
                  </a:lnTo>
                  <a:lnTo>
                    <a:pt x="10228758" y="1968500"/>
                  </a:lnTo>
                  <a:lnTo>
                    <a:pt x="18287988" y="1968500"/>
                  </a:lnTo>
                  <a:lnTo>
                    <a:pt x="18287988" y="1931670"/>
                  </a:lnTo>
                  <a:close/>
                </a:path>
              </a:pathLst>
            </a:custGeom>
            <a:solidFill>
              <a:srgbClr val="FFFFFF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28687" y="5448794"/>
              <a:ext cx="16229965" cy="3399154"/>
            </a:xfrm>
            <a:custGeom>
              <a:avLst/>
              <a:gdLst/>
              <a:ahLst/>
              <a:cxnLst/>
              <a:rect l="l" t="t" r="r" b="b"/>
              <a:pathLst>
                <a:path w="16229965" h="3399154">
                  <a:moveTo>
                    <a:pt x="8019847" y="284657"/>
                  </a:moveTo>
                  <a:lnTo>
                    <a:pt x="8006194" y="203898"/>
                  </a:lnTo>
                  <a:lnTo>
                    <a:pt x="7988567" y="161340"/>
                  </a:lnTo>
                  <a:lnTo>
                    <a:pt x="7964462" y="121945"/>
                  </a:lnTo>
                  <a:lnTo>
                    <a:pt x="7934198" y="86487"/>
                  </a:lnTo>
                  <a:lnTo>
                    <a:pt x="7898739" y="56222"/>
                  </a:lnTo>
                  <a:lnTo>
                    <a:pt x="7859344" y="32118"/>
                  </a:lnTo>
                  <a:lnTo>
                    <a:pt x="7816786" y="14490"/>
                  </a:lnTo>
                  <a:lnTo>
                    <a:pt x="7771879" y="3670"/>
                  </a:lnTo>
                  <a:lnTo>
                    <a:pt x="7725410" y="0"/>
                  </a:lnTo>
                  <a:lnTo>
                    <a:pt x="295275" y="0"/>
                  </a:lnTo>
                  <a:lnTo>
                    <a:pt x="248805" y="3670"/>
                  </a:lnTo>
                  <a:lnTo>
                    <a:pt x="203898" y="14490"/>
                  </a:lnTo>
                  <a:lnTo>
                    <a:pt x="161353" y="32118"/>
                  </a:lnTo>
                  <a:lnTo>
                    <a:pt x="121945" y="56222"/>
                  </a:lnTo>
                  <a:lnTo>
                    <a:pt x="86487" y="86487"/>
                  </a:lnTo>
                  <a:lnTo>
                    <a:pt x="56235" y="121945"/>
                  </a:lnTo>
                  <a:lnTo>
                    <a:pt x="32131" y="161340"/>
                  </a:lnTo>
                  <a:lnTo>
                    <a:pt x="14503" y="203898"/>
                  </a:lnTo>
                  <a:lnTo>
                    <a:pt x="3683" y="248805"/>
                  </a:lnTo>
                  <a:lnTo>
                    <a:pt x="0" y="295275"/>
                  </a:lnTo>
                  <a:lnTo>
                    <a:pt x="0" y="3103854"/>
                  </a:lnTo>
                  <a:lnTo>
                    <a:pt x="3683" y="3150336"/>
                  </a:lnTo>
                  <a:lnTo>
                    <a:pt x="14503" y="3195243"/>
                  </a:lnTo>
                  <a:lnTo>
                    <a:pt x="32131" y="3237788"/>
                  </a:lnTo>
                  <a:lnTo>
                    <a:pt x="56235" y="3277197"/>
                  </a:lnTo>
                  <a:lnTo>
                    <a:pt x="86487" y="3312655"/>
                  </a:lnTo>
                  <a:lnTo>
                    <a:pt x="121945" y="3342906"/>
                  </a:lnTo>
                  <a:lnTo>
                    <a:pt x="161353" y="3367011"/>
                  </a:lnTo>
                  <a:lnTo>
                    <a:pt x="203898" y="3384639"/>
                  </a:lnTo>
                  <a:lnTo>
                    <a:pt x="248805" y="3395459"/>
                  </a:lnTo>
                  <a:lnTo>
                    <a:pt x="295275" y="3399142"/>
                  </a:lnTo>
                  <a:lnTo>
                    <a:pt x="7725410" y="3399142"/>
                  </a:lnTo>
                  <a:lnTo>
                    <a:pt x="7771879" y="3395459"/>
                  </a:lnTo>
                  <a:lnTo>
                    <a:pt x="7816786" y="3384639"/>
                  </a:lnTo>
                  <a:lnTo>
                    <a:pt x="7859344" y="3367011"/>
                  </a:lnTo>
                  <a:lnTo>
                    <a:pt x="7898739" y="3342906"/>
                  </a:lnTo>
                  <a:lnTo>
                    <a:pt x="7934198" y="3312655"/>
                  </a:lnTo>
                  <a:lnTo>
                    <a:pt x="7964462" y="3277197"/>
                  </a:lnTo>
                  <a:lnTo>
                    <a:pt x="7988567" y="3237788"/>
                  </a:lnTo>
                  <a:lnTo>
                    <a:pt x="8006194" y="3195243"/>
                  </a:lnTo>
                  <a:lnTo>
                    <a:pt x="8017015" y="3150336"/>
                  </a:lnTo>
                  <a:lnTo>
                    <a:pt x="8019847" y="3114471"/>
                  </a:lnTo>
                  <a:lnTo>
                    <a:pt x="8019847" y="284657"/>
                  </a:lnTo>
                  <a:close/>
                </a:path>
                <a:path w="16229965" h="3399154">
                  <a:moveTo>
                    <a:pt x="16229762" y="284657"/>
                  </a:moveTo>
                  <a:lnTo>
                    <a:pt x="16216110" y="203898"/>
                  </a:lnTo>
                  <a:lnTo>
                    <a:pt x="16198482" y="161340"/>
                  </a:lnTo>
                  <a:lnTo>
                    <a:pt x="16174377" y="121945"/>
                  </a:lnTo>
                  <a:lnTo>
                    <a:pt x="16144126" y="86487"/>
                  </a:lnTo>
                  <a:lnTo>
                    <a:pt x="16108668" y="56222"/>
                  </a:lnTo>
                  <a:lnTo>
                    <a:pt x="16069259" y="32118"/>
                  </a:lnTo>
                  <a:lnTo>
                    <a:pt x="16026702" y="14490"/>
                  </a:lnTo>
                  <a:lnTo>
                    <a:pt x="15981807" y="3670"/>
                  </a:lnTo>
                  <a:lnTo>
                    <a:pt x="15935325" y="0"/>
                  </a:lnTo>
                  <a:lnTo>
                    <a:pt x="8505203" y="0"/>
                  </a:lnTo>
                  <a:lnTo>
                    <a:pt x="8458733" y="3670"/>
                  </a:lnTo>
                  <a:lnTo>
                    <a:pt x="8413826" y="14490"/>
                  </a:lnTo>
                  <a:lnTo>
                    <a:pt x="8371268" y="32118"/>
                  </a:lnTo>
                  <a:lnTo>
                    <a:pt x="8331873" y="56222"/>
                  </a:lnTo>
                  <a:lnTo>
                    <a:pt x="8296415" y="86487"/>
                  </a:lnTo>
                  <a:lnTo>
                    <a:pt x="8266150" y="121945"/>
                  </a:lnTo>
                  <a:lnTo>
                    <a:pt x="8242046" y="161340"/>
                  </a:lnTo>
                  <a:lnTo>
                    <a:pt x="8224418" y="203898"/>
                  </a:lnTo>
                  <a:lnTo>
                    <a:pt x="8213598" y="248805"/>
                  </a:lnTo>
                  <a:lnTo>
                    <a:pt x="8209928" y="295275"/>
                  </a:lnTo>
                  <a:lnTo>
                    <a:pt x="8209928" y="3103854"/>
                  </a:lnTo>
                  <a:lnTo>
                    <a:pt x="8213598" y="3150336"/>
                  </a:lnTo>
                  <a:lnTo>
                    <a:pt x="8224418" y="3195243"/>
                  </a:lnTo>
                  <a:lnTo>
                    <a:pt x="8242046" y="3237788"/>
                  </a:lnTo>
                  <a:lnTo>
                    <a:pt x="8266150" y="3277197"/>
                  </a:lnTo>
                  <a:lnTo>
                    <a:pt x="8296415" y="3312655"/>
                  </a:lnTo>
                  <a:lnTo>
                    <a:pt x="8331873" y="3342906"/>
                  </a:lnTo>
                  <a:lnTo>
                    <a:pt x="8371268" y="3367011"/>
                  </a:lnTo>
                  <a:lnTo>
                    <a:pt x="8413826" y="3384639"/>
                  </a:lnTo>
                  <a:lnTo>
                    <a:pt x="8458733" y="3395459"/>
                  </a:lnTo>
                  <a:lnTo>
                    <a:pt x="8505203" y="3399142"/>
                  </a:lnTo>
                  <a:lnTo>
                    <a:pt x="15935325" y="3399142"/>
                  </a:lnTo>
                  <a:lnTo>
                    <a:pt x="15981807" y="3395459"/>
                  </a:lnTo>
                  <a:lnTo>
                    <a:pt x="16026702" y="3384639"/>
                  </a:lnTo>
                  <a:lnTo>
                    <a:pt x="16069259" y="3367011"/>
                  </a:lnTo>
                  <a:lnTo>
                    <a:pt x="16108668" y="3342906"/>
                  </a:lnTo>
                  <a:lnTo>
                    <a:pt x="16144126" y="3312655"/>
                  </a:lnTo>
                  <a:lnTo>
                    <a:pt x="16174377" y="3277197"/>
                  </a:lnTo>
                  <a:lnTo>
                    <a:pt x="16198482" y="3237788"/>
                  </a:lnTo>
                  <a:lnTo>
                    <a:pt x="16216110" y="3195243"/>
                  </a:lnTo>
                  <a:lnTo>
                    <a:pt x="16226930" y="3150336"/>
                  </a:lnTo>
                  <a:lnTo>
                    <a:pt x="16229762" y="3114471"/>
                  </a:lnTo>
                  <a:lnTo>
                    <a:pt x="16229762" y="284657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4777" y="1679652"/>
              <a:ext cx="5447030" cy="61594"/>
            </a:xfrm>
            <a:custGeom>
              <a:avLst/>
              <a:gdLst/>
              <a:ahLst/>
              <a:cxnLst/>
              <a:rect l="l" t="t" r="r" b="b"/>
              <a:pathLst>
                <a:path w="5447030" h="61594">
                  <a:moveTo>
                    <a:pt x="5446508" y="61350"/>
                  </a:moveTo>
                  <a:lnTo>
                    <a:pt x="0" y="61350"/>
                  </a:lnTo>
                  <a:lnTo>
                    <a:pt x="0" y="0"/>
                  </a:lnTo>
                  <a:lnTo>
                    <a:pt x="5446508" y="0"/>
                  </a:lnTo>
                  <a:lnTo>
                    <a:pt x="5446508" y="61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7316" y="960200"/>
            <a:ext cx="6416675" cy="824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250" b="0" i="1" u="heavy" dirty="0">
                <a:uFill>
                  <a:solidFill>
                    <a:srgbClr val="FFFFFF"/>
                  </a:solidFill>
                </a:uFill>
                <a:latin typeface="Courier New"/>
                <a:cs typeface="Courier New"/>
              </a:rPr>
              <a:t>Ex</a:t>
            </a:r>
            <a:r>
              <a:rPr sz="5250" b="0" i="1" dirty="0">
                <a:latin typeface="Courier New"/>
                <a:cs typeface="Courier New"/>
              </a:rPr>
              <a:t>plicit</a:t>
            </a:r>
            <a:r>
              <a:rPr sz="5250" b="0" i="1" spc="-300" dirty="0">
                <a:latin typeface="Courier New"/>
                <a:cs typeface="Courier New"/>
              </a:rPr>
              <a:t> </a:t>
            </a:r>
            <a:r>
              <a:rPr sz="5250" b="0" i="1" spc="-10" dirty="0">
                <a:latin typeface="Courier New"/>
                <a:cs typeface="Courier New"/>
              </a:rPr>
              <a:t>content</a:t>
            </a:r>
            <a:endParaRPr sz="525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0014" y="2364739"/>
            <a:ext cx="6742430" cy="1431925"/>
          </a:xfrm>
          <a:custGeom>
            <a:avLst/>
            <a:gdLst/>
            <a:ahLst/>
            <a:cxnLst/>
            <a:rect l="l" t="t" r="r" b="b"/>
            <a:pathLst>
              <a:path w="6742430" h="1431925">
                <a:moveTo>
                  <a:pt x="1546631" y="1370152"/>
                </a:moveTo>
                <a:lnTo>
                  <a:pt x="0" y="1370152"/>
                </a:lnTo>
                <a:lnTo>
                  <a:pt x="0" y="1431493"/>
                </a:lnTo>
                <a:lnTo>
                  <a:pt x="1546631" y="1431493"/>
                </a:lnTo>
                <a:lnTo>
                  <a:pt x="1546631" y="1370152"/>
                </a:lnTo>
                <a:close/>
              </a:path>
              <a:path w="6742430" h="1431925">
                <a:moveTo>
                  <a:pt x="3149625" y="0"/>
                </a:moveTo>
                <a:lnTo>
                  <a:pt x="265226" y="0"/>
                </a:lnTo>
                <a:lnTo>
                  <a:pt x="265226" y="61341"/>
                </a:lnTo>
                <a:lnTo>
                  <a:pt x="3149625" y="61341"/>
                </a:lnTo>
                <a:lnTo>
                  <a:pt x="3149625" y="0"/>
                </a:lnTo>
                <a:close/>
              </a:path>
              <a:path w="6742430" h="1431925">
                <a:moveTo>
                  <a:pt x="3195624" y="685076"/>
                </a:moveTo>
                <a:lnTo>
                  <a:pt x="0" y="685076"/>
                </a:lnTo>
                <a:lnTo>
                  <a:pt x="0" y="746417"/>
                </a:lnTo>
                <a:lnTo>
                  <a:pt x="3195624" y="746417"/>
                </a:lnTo>
                <a:lnTo>
                  <a:pt x="3195624" y="685076"/>
                </a:lnTo>
                <a:close/>
              </a:path>
              <a:path w="6742430" h="1431925">
                <a:moveTo>
                  <a:pt x="5192865" y="0"/>
                </a:moveTo>
                <a:lnTo>
                  <a:pt x="3556711" y="0"/>
                </a:lnTo>
                <a:lnTo>
                  <a:pt x="3556711" y="61341"/>
                </a:lnTo>
                <a:lnTo>
                  <a:pt x="5192865" y="61341"/>
                </a:lnTo>
                <a:lnTo>
                  <a:pt x="5192865" y="0"/>
                </a:lnTo>
                <a:close/>
              </a:path>
              <a:path w="6742430" h="1431925">
                <a:moveTo>
                  <a:pt x="6741833" y="1370152"/>
                </a:moveTo>
                <a:lnTo>
                  <a:pt x="1863013" y="1370152"/>
                </a:lnTo>
                <a:lnTo>
                  <a:pt x="1863013" y="1431493"/>
                </a:lnTo>
                <a:lnTo>
                  <a:pt x="6741833" y="1431493"/>
                </a:lnTo>
                <a:lnTo>
                  <a:pt x="6741833" y="13701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7316" y="1645275"/>
            <a:ext cx="7615555" cy="219519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 marR="5080">
              <a:lnSpc>
                <a:spcPts val="5390"/>
              </a:lnSpc>
              <a:spcBef>
                <a:spcPts val="1030"/>
              </a:spcBef>
            </a:pPr>
            <a:r>
              <a:rPr sz="5250" i="1" dirty="0">
                <a:solidFill>
                  <a:srgbClr val="FFFFFF"/>
                </a:solidFill>
                <a:latin typeface="Courier New"/>
                <a:cs typeface="Courier New"/>
              </a:rPr>
              <a:t>filtering</a:t>
            </a:r>
            <a:r>
              <a:rPr sz="5250" i="1" spc="-3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250" i="1"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z="5250" i="1" spc="-10" dirty="0">
                <a:solidFill>
                  <a:srgbClr val="FFFFFF"/>
                </a:solidFill>
                <a:latin typeface="Courier New"/>
                <a:cs typeface="Courier New"/>
              </a:rPr>
              <a:t>subtitle </a:t>
            </a:r>
            <a:r>
              <a:rPr sz="5250" i="1" dirty="0">
                <a:solidFill>
                  <a:srgbClr val="FFFFFF"/>
                </a:solidFill>
                <a:latin typeface="Courier New"/>
                <a:cs typeface="Courier New"/>
              </a:rPr>
              <a:t>modification</a:t>
            </a:r>
            <a:r>
              <a:rPr sz="5250" i="1" spc="-4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250" i="1" spc="-10" dirty="0">
                <a:solidFill>
                  <a:srgbClr val="FFFFFF"/>
                </a:solidFill>
                <a:latin typeface="Courier New"/>
                <a:cs typeface="Courier New"/>
              </a:rPr>
              <a:t>scri</a:t>
            </a:r>
            <a:r>
              <a:rPr sz="5250" i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urier New"/>
                <a:cs typeface="Courier New"/>
              </a:rPr>
              <a:t>pt</a:t>
            </a:r>
            <a:endParaRPr sz="52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75900" y="5881168"/>
            <a:ext cx="5820410" cy="6108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With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rise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of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digital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media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ourier New"/>
                <a:cs typeface="Courier New"/>
              </a:rPr>
              <a:t>platforms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such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YouTube,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Netflix,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ourier New"/>
                <a:cs typeface="Courier New"/>
              </a:rPr>
              <a:t>social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5900" y="6471304"/>
            <a:ext cx="5820410" cy="17907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media,</a:t>
            </a:r>
            <a:r>
              <a:rPr sz="19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video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content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has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become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Courier New"/>
                <a:cs typeface="Courier New"/>
              </a:rPr>
              <a:t>a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primary</a:t>
            </a:r>
            <a:r>
              <a:rPr sz="19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mode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of</a:t>
            </a:r>
            <a:r>
              <a:rPr sz="19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communication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 and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entertainment.</a:t>
            </a:r>
            <a:r>
              <a:rPr sz="19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Subtitles</a:t>
            </a:r>
            <a:r>
              <a:rPr sz="19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are</a:t>
            </a:r>
            <a:r>
              <a:rPr sz="19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ourier New"/>
                <a:cs typeface="Courier New"/>
              </a:rPr>
              <a:t>essential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in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making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this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content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accessible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to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global</a:t>
            </a:r>
            <a:r>
              <a:rPr sz="19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audiences,</a:t>
            </a:r>
            <a:r>
              <a:rPr sz="19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especially</a:t>
            </a:r>
            <a:r>
              <a:rPr sz="19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for</a:t>
            </a:r>
            <a:r>
              <a:rPr sz="19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ourier New"/>
                <a:cs typeface="Courier New"/>
              </a:rPr>
              <a:t>viewers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who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are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deaf,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hard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of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hearing,</a:t>
            </a:r>
            <a:r>
              <a:rPr sz="19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or</a:t>
            </a:r>
            <a:r>
              <a:rPr sz="19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ourier New"/>
                <a:cs typeface="Courier New"/>
              </a:rPr>
              <a:t>non-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75900" y="8241714"/>
            <a:ext cx="23437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native</a:t>
            </a:r>
            <a:r>
              <a:rPr sz="19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ourier New"/>
                <a:cs typeface="Courier New"/>
              </a:rPr>
              <a:t>speakers.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94919" y="6105837"/>
            <a:ext cx="56832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However,</a:t>
            </a:r>
            <a:r>
              <a:rPr sz="20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subtitle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files</a:t>
            </a:r>
            <a:r>
              <a:rPr sz="20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often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contain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94919" y="6419331"/>
            <a:ext cx="6906259" cy="189928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3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explicit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or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offensive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language,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which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may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not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be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suitable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for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certain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viewers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or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environments.</a:t>
            </a:r>
            <a:r>
              <a:rPr sz="20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There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growing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need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for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automated</a:t>
            </a:r>
            <a:r>
              <a:rPr sz="20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solutions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that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can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detect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and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filter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such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language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from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subtitle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files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to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make</a:t>
            </a:r>
            <a:r>
              <a:rPr sz="20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content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more</a:t>
            </a:r>
            <a:r>
              <a:rPr sz="20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universally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acceptable.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97700" y="1028700"/>
            <a:ext cx="15761969" cy="4892675"/>
            <a:chOff x="1497700" y="1028700"/>
            <a:chExt cx="15761969" cy="489267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7700" y="5729856"/>
              <a:ext cx="190899" cy="190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620" y="5729856"/>
              <a:ext cx="190899" cy="1908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7174" y="5729856"/>
              <a:ext cx="190899" cy="1908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57092" y="5729856"/>
              <a:ext cx="190899" cy="1908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5626" y="5729856"/>
              <a:ext cx="190899" cy="1908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05545" y="5729856"/>
              <a:ext cx="190899" cy="19089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089040" y="1028700"/>
              <a:ext cx="5170805" cy="3352165"/>
            </a:xfrm>
            <a:custGeom>
              <a:avLst/>
              <a:gdLst/>
              <a:ahLst/>
              <a:cxnLst/>
              <a:rect l="l" t="t" r="r" b="b"/>
              <a:pathLst>
                <a:path w="5170805" h="3352165">
                  <a:moveTo>
                    <a:pt x="5008333" y="3351846"/>
                  </a:moveTo>
                  <a:lnTo>
                    <a:pt x="161924" y="3351846"/>
                  </a:lnTo>
                  <a:lnTo>
                    <a:pt x="118879" y="3346062"/>
                  </a:lnTo>
                  <a:lnTo>
                    <a:pt x="80198" y="3329738"/>
                  </a:lnTo>
                  <a:lnTo>
                    <a:pt x="47426" y="3304419"/>
                  </a:lnTo>
                  <a:lnTo>
                    <a:pt x="22107" y="3271648"/>
                  </a:lnTo>
                  <a:lnTo>
                    <a:pt x="5784" y="3232967"/>
                  </a:lnTo>
                  <a:lnTo>
                    <a:pt x="0" y="3189921"/>
                  </a:lnTo>
                  <a:lnTo>
                    <a:pt x="0" y="161924"/>
                  </a:lnTo>
                  <a:lnTo>
                    <a:pt x="5784" y="118878"/>
                  </a:lnTo>
                  <a:lnTo>
                    <a:pt x="22107" y="80198"/>
                  </a:lnTo>
                  <a:lnTo>
                    <a:pt x="47426" y="47426"/>
                  </a:lnTo>
                  <a:lnTo>
                    <a:pt x="80198" y="22107"/>
                  </a:lnTo>
                  <a:lnTo>
                    <a:pt x="118879" y="5784"/>
                  </a:lnTo>
                  <a:lnTo>
                    <a:pt x="161924" y="0"/>
                  </a:lnTo>
                  <a:lnTo>
                    <a:pt x="5008333" y="0"/>
                  </a:lnTo>
                  <a:lnTo>
                    <a:pt x="5051379" y="5784"/>
                  </a:lnTo>
                  <a:lnTo>
                    <a:pt x="5090060" y="22107"/>
                  </a:lnTo>
                  <a:lnTo>
                    <a:pt x="5122832" y="47426"/>
                  </a:lnTo>
                  <a:lnTo>
                    <a:pt x="5148151" y="80198"/>
                  </a:lnTo>
                  <a:lnTo>
                    <a:pt x="5164474" y="118878"/>
                  </a:lnTo>
                  <a:lnTo>
                    <a:pt x="5170258" y="161924"/>
                  </a:lnTo>
                  <a:lnTo>
                    <a:pt x="5170258" y="3189921"/>
                  </a:lnTo>
                  <a:lnTo>
                    <a:pt x="5164474" y="3232967"/>
                  </a:lnTo>
                  <a:lnTo>
                    <a:pt x="5148151" y="3271648"/>
                  </a:lnTo>
                  <a:lnTo>
                    <a:pt x="5122832" y="3304419"/>
                  </a:lnTo>
                  <a:lnTo>
                    <a:pt x="5090060" y="3329738"/>
                  </a:lnTo>
                  <a:lnTo>
                    <a:pt x="5051379" y="3346062"/>
                  </a:lnTo>
                  <a:lnTo>
                    <a:pt x="5008333" y="3351846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26470" y="1282591"/>
              <a:ext cx="172440" cy="17244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1822" y="1282591"/>
              <a:ext cx="172439" cy="17244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76250" y="1282591"/>
              <a:ext cx="172439" cy="17244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426470" y="1754456"/>
              <a:ext cx="4512950" cy="225289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424621" y="1953032"/>
              <a:ext cx="4624070" cy="2997835"/>
            </a:xfrm>
            <a:custGeom>
              <a:avLst/>
              <a:gdLst/>
              <a:ahLst/>
              <a:cxnLst/>
              <a:rect l="l" t="t" r="r" b="b"/>
              <a:pathLst>
                <a:path w="4624069" h="2997835">
                  <a:moveTo>
                    <a:pt x="4462143" y="2997754"/>
                  </a:moveTo>
                  <a:lnTo>
                    <a:pt x="161924" y="2997754"/>
                  </a:lnTo>
                  <a:lnTo>
                    <a:pt x="130187" y="2994614"/>
                  </a:lnTo>
                  <a:lnTo>
                    <a:pt x="72088" y="2970549"/>
                  </a:lnTo>
                  <a:lnTo>
                    <a:pt x="27205" y="2925665"/>
                  </a:lnTo>
                  <a:lnTo>
                    <a:pt x="3140" y="2867567"/>
                  </a:lnTo>
                  <a:lnTo>
                    <a:pt x="0" y="2835829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7" y="47426"/>
                  </a:lnTo>
                  <a:lnTo>
                    <a:pt x="99958" y="12325"/>
                  </a:lnTo>
                  <a:lnTo>
                    <a:pt x="161924" y="0"/>
                  </a:lnTo>
                  <a:lnTo>
                    <a:pt x="4462143" y="0"/>
                  </a:lnTo>
                  <a:lnTo>
                    <a:pt x="4524110" y="12325"/>
                  </a:lnTo>
                  <a:lnTo>
                    <a:pt x="4576642" y="47426"/>
                  </a:lnTo>
                  <a:lnTo>
                    <a:pt x="4611743" y="99959"/>
                  </a:lnTo>
                  <a:lnTo>
                    <a:pt x="4624068" y="161924"/>
                  </a:lnTo>
                  <a:lnTo>
                    <a:pt x="4624068" y="2835829"/>
                  </a:lnTo>
                  <a:lnTo>
                    <a:pt x="4611743" y="2897795"/>
                  </a:lnTo>
                  <a:lnTo>
                    <a:pt x="4576642" y="2950327"/>
                  </a:lnTo>
                  <a:lnTo>
                    <a:pt x="4524110" y="2985428"/>
                  </a:lnTo>
                  <a:lnTo>
                    <a:pt x="4462143" y="29977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26404" y="2180102"/>
              <a:ext cx="154223" cy="15422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27949" y="2180102"/>
              <a:ext cx="154223" cy="15422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28668" y="2180102"/>
              <a:ext cx="154223" cy="15422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26405" y="2602119"/>
              <a:ext cx="4036198" cy="20148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C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1488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000000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03289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89" h="1931035">
                <a:moveTo>
                  <a:pt x="33838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8" y="0"/>
                </a:lnTo>
                <a:lnTo>
                  <a:pt x="33838" y="1930759"/>
                </a:lnTo>
                <a:close/>
              </a:path>
            </a:pathLst>
          </a:custGeom>
          <a:solidFill>
            <a:srgbClr val="000000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31330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000000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63131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90" h="1931035">
                <a:moveTo>
                  <a:pt x="3383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7" y="0"/>
                </a:lnTo>
                <a:lnTo>
                  <a:pt x="33837" y="1930759"/>
                </a:lnTo>
                <a:close/>
              </a:path>
            </a:pathLst>
          </a:custGeom>
          <a:solidFill>
            <a:srgbClr val="000000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-381"/>
            <a:ext cx="18288000" cy="10287635"/>
            <a:chOff x="0" y="-381"/>
            <a:chExt cx="18288000" cy="10287635"/>
          </a:xfrm>
        </p:grpSpPr>
        <p:sp>
          <p:nvSpPr>
            <p:cNvPr id="8" name="object 8"/>
            <p:cNvSpPr/>
            <p:nvPr/>
          </p:nvSpPr>
          <p:spPr>
            <a:xfrm>
              <a:off x="0" y="-369"/>
              <a:ext cx="18288000" cy="10287635"/>
            </a:xfrm>
            <a:custGeom>
              <a:avLst/>
              <a:gdLst/>
              <a:ahLst/>
              <a:cxnLst/>
              <a:rect l="l" t="t" r="r" b="b"/>
              <a:pathLst>
                <a:path w="18288000" h="10287635">
                  <a:moveTo>
                    <a:pt x="1709077" y="8356613"/>
                  </a:moveTo>
                  <a:lnTo>
                    <a:pt x="1671485" y="8356613"/>
                  </a:lnTo>
                  <a:lnTo>
                    <a:pt x="1671485" y="10287368"/>
                  </a:lnTo>
                  <a:lnTo>
                    <a:pt x="1709077" y="10287368"/>
                  </a:lnTo>
                  <a:lnTo>
                    <a:pt x="1709077" y="8356613"/>
                  </a:lnTo>
                  <a:close/>
                </a:path>
                <a:path w="18288000" h="10287635">
                  <a:moveTo>
                    <a:pt x="3837127" y="8356613"/>
                  </a:moveTo>
                  <a:lnTo>
                    <a:pt x="3799522" y="8356613"/>
                  </a:lnTo>
                  <a:lnTo>
                    <a:pt x="3799522" y="10287368"/>
                  </a:lnTo>
                  <a:lnTo>
                    <a:pt x="3837127" y="10287368"/>
                  </a:lnTo>
                  <a:lnTo>
                    <a:pt x="3837127" y="8356613"/>
                  </a:lnTo>
                  <a:close/>
                </a:path>
                <a:path w="18288000" h="10287635">
                  <a:moveTo>
                    <a:pt x="5968924" y="8356613"/>
                  </a:moveTo>
                  <a:lnTo>
                    <a:pt x="5931319" y="8356613"/>
                  </a:lnTo>
                  <a:lnTo>
                    <a:pt x="5931319" y="10287368"/>
                  </a:lnTo>
                  <a:lnTo>
                    <a:pt x="5968924" y="10287368"/>
                  </a:lnTo>
                  <a:lnTo>
                    <a:pt x="5968924" y="8356613"/>
                  </a:lnTo>
                  <a:close/>
                </a:path>
                <a:path w="18288000" h="10287635">
                  <a:moveTo>
                    <a:pt x="12356668" y="8356613"/>
                  </a:moveTo>
                  <a:lnTo>
                    <a:pt x="12319064" y="8356613"/>
                  </a:lnTo>
                  <a:lnTo>
                    <a:pt x="12319064" y="10287368"/>
                  </a:lnTo>
                  <a:lnTo>
                    <a:pt x="12356668" y="10287368"/>
                  </a:lnTo>
                  <a:lnTo>
                    <a:pt x="12356668" y="8356613"/>
                  </a:lnTo>
                  <a:close/>
                </a:path>
                <a:path w="18288000" h="10287635">
                  <a:moveTo>
                    <a:pt x="12356668" y="381"/>
                  </a:moveTo>
                  <a:lnTo>
                    <a:pt x="12322823" y="381"/>
                  </a:lnTo>
                  <a:lnTo>
                    <a:pt x="12322823" y="1931136"/>
                  </a:lnTo>
                  <a:lnTo>
                    <a:pt x="12356668" y="1931136"/>
                  </a:lnTo>
                  <a:lnTo>
                    <a:pt x="12356668" y="381"/>
                  </a:lnTo>
                  <a:close/>
                </a:path>
                <a:path w="18288000" h="10287635">
                  <a:moveTo>
                    <a:pt x="14488465" y="8356613"/>
                  </a:moveTo>
                  <a:lnTo>
                    <a:pt x="14450860" y="8356613"/>
                  </a:lnTo>
                  <a:lnTo>
                    <a:pt x="14450860" y="10287368"/>
                  </a:lnTo>
                  <a:lnTo>
                    <a:pt x="14488465" y="10287368"/>
                  </a:lnTo>
                  <a:lnTo>
                    <a:pt x="14488465" y="8356613"/>
                  </a:lnTo>
                  <a:close/>
                </a:path>
                <a:path w="18288000" h="10287635">
                  <a:moveTo>
                    <a:pt x="14488465" y="381"/>
                  </a:moveTo>
                  <a:lnTo>
                    <a:pt x="14450860" y="381"/>
                  </a:lnTo>
                  <a:lnTo>
                    <a:pt x="14450860" y="1931136"/>
                  </a:lnTo>
                  <a:lnTo>
                    <a:pt x="14488465" y="1931136"/>
                  </a:lnTo>
                  <a:lnTo>
                    <a:pt x="14488465" y="381"/>
                  </a:lnTo>
                  <a:close/>
                </a:path>
                <a:path w="18288000" h="10287635">
                  <a:moveTo>
                    <a:pt x="16616502" y="8356613"/>
                  </a:moveTo>
                  <a:lnTo>
                    <a:pt x="16582670" y="8356613"/>
                  </a:lnTo>
                  <a:lnTo>
                    <a:pt x="16582670" y="10287368"/>
                  </a:lnTo>
                  <a:lnTo>
                    <a:pt x="16616502" y="10287368"/>
                  </a:lnTo>
                  <a:lnTo>
                    <a:pt x="16616502" y="8356613"/>
                  </a:lnTo>
                  <a:close/>
                </a:path>
                <a:path w="18288000" h="10287635">
                  <a:moveTo>
                    <a:pt x="16616502" y="381"/>
                  </a:moveTo>
                  <a:lnTo>
                    <a:pt x="16582670" y="381"/>
                  </a:lnTo>
                  <a:lnTo>
                    <a:pt x="16582670" y="1931136"/>
                  </a:lnTo>
                  <a:lnTo>
                    <a:pt x="16616502" y="1931136"/>
                  </a:lnTo>
                  <a:lnTo>
                    <a:pt x="16616502" y="381"/>
                  </a:lnTo>
                  <a:close/>
                </a:path>
                <a:path w="18288000" h="10287635">
                  <a:moveTo>
                    <a:pt x="18287988" y="1931670"/>
                  </a:moveTo>
                  <a:lnTo>
                    <a:pt x="10228758" y="1931670"/>
                  </a:lnTo>
                  <a:lnTo>
                    <a:pt x="10228758" y="0"/>
                  </a:lnTo>
                  <a:lnTo>
                    <a:pt x="10191166" y="0"/>
                  </a:lnTo>
                  <a:lnTo>
                    <a:pt x="10191166" y="381"/>
                  </a:lnTo>
                  <a:lnTo>
                    <a:pt x="10191026" y="381"/>
                  </a:lnTo>
                  <a:lnTo>
                    <a:pt x="10191026" y="1931136"/>
                  </a:lnTo>
                  <a:lnTo>
                    <a:pt x="10191166" y="1931136"/>
                  </a:lnTo>
                  <a:lnTo>
                    <a:pt x="10191166" y="1931670"/>
                  </a:lnTo>
                  <a:lnTo>
                    <a:pt x="10191166" y="1968500"/>
                  </a:lnTo>
                  <a:lnTo>
                    <a:pt x="10191166" y="6228575"/>
                  </a:lnTo>
                  <a:lnTo>
                    <a:pt x="10191026" y="6228575"/>
                  </a:lnTo>
                  <a:lnTo>
                    <a:pt x="10191026" y="8322297"/>
                  </a:lnTo>
                  <a:lnTo>
                    <a:pt x="8096961" y="8322297"/>
                  </a:lnTo>
                  <a:lnTo>
                    <a:pt x="8096961" y="6228575"/>
                  </a:lnTo>
                  <a:lnTo>
                    <a:pt x="8096821" y="6228575"/>
                  </a:lnTo>
                  <a:lnTo>
                    <a:pt x="8096821" y="6228067"/>
                  </a:lnTo>
                  <a:lnTo>
                    <a:pt x="10191166" y="6228067"/>
                  </a:lnTo>
                  <a:lnTo>
                    <a:pt x="10191166" y="6191237"/>
                  </a:lnTo>
                  <a:lnTo>
                    <a:pt x="8096821" y="6191237"/>
                  </a:lnTo>
                  <a:lnTo>
                    <a:pt x="8096821" y="6190970"/>
                  </a:lnTo>
                  <a:lnTo>
                    <a:pt x="8096961" y="6190970"/>
                  </a:lnTo>
                  <a:lnTo>
                    <a:pt x="8096961" y="4097007"/>
                  </a:lnTo>
                  <a:lnTo>
                    <a:pt x="10191026" y="4097007"/>
                  </a:lnTo>
                  <a:lnTo>
                    <a:pt x="10191026" y="6190970"/>
                  </a:lnTo>
                  <a:lnTo>
                    <a:pt x="10191166" y="6190970"/>
                  </a:lnTo>
                  <a:lnTo>
                    <a:pt x="10191166" y="1968728"/>
                  </a:lnTo>
                  <a:lnTo>
                    <a:pt x="10191026" y="1968728"/>
                  </a:lnTo>
                  <a:lnTo>
                    <a:pt x="10191026" y="4058907"/>
                  </a:lnTo>
                  <a:lnTo>
                    <a:pt x="8096961" y="4058907"/>
                  </a:lnTo>
                  <a:lnTo>
                    <a:pt x="8096961" y="1968728"/>
                  </a:lnTo>
                  <a:lnTo>
                    <a:pt x="8096821" y="1968728"/>
                  </a:lnTo>
                  <a:lnTo>
                    <a:pt x="8096821" y="1968500"/>
                  </a:lnTo>
                  <a:lnTo>
                    <a:pt x="10191166" y="1968500"/>
                  </a:lnTo>
                  <a:lnTo>
                    <a:pt x="10191166" y="1931670"/>
                  </a:lnTo>
                  <a:lnTo>
                    <a:pt x="8096821" y="1931670"/>
                  </a:lnTo>
                  <a:lnTo>
                    <a:pt x="8096821" y="0"/>
                  </a:lnTo>
                  <a:lnTo>
                    <a:pt x="8059229" y="0"/>
                  </a:lnTo>
                  <a:lnTo>
                    <a:pt x="8059229" y="1931670"/>
                  </a:lnTo>
                  <a:lnTo>
                    <a:pt x="8059229" y="1968500"/>
                  </a:lnTo>
                  <a:lnTo>
                    <a:pt x="8059229" y="4058907"/>
                  </a:lnTo>
                  <a:lnTo>
                    <a:pt x="8059229" y="4062717"/>
                  </a:lnTo>
                  <a:lnTo>
                    <a:pt x="5968924" y="4062717"/>
                  </a:lnTo>
                  <a:lnTo>
                    <a:pt x="5968924" y="1968728"/>
                  </a:lnTo>
                  <a:lnTo>
                    <a:pt x="5931319" y="1968728"/>
                  </a:lnTo>
                  <a:lnTo>
                    <a:pt x="5931319" y="4062717"/>
                  </a:lnTo>
                  <a:lnTo>
                    <a:pt x="3837127" y="4062717"/>
                  </a:lnTo>
                  <a:lnTo>
                    <a:pt x="3837127" y="1968728"/>
                  </a:lnTo>
                  <a:lnTo>
                    <a:pt x="3799522" y="1968728"/>
                  </a:lnTo>
                  <a:lnTo>
                    <a:pt x="3799522" y="4062717"/>
                  </a:lnTo>
                  <a:lnTo>
                    <a:pt x="1709077" y="4062717"/>
                  </a:lnTo>
                  <a:lnTo>
                    <a:pt x="1709077" y="4058907"/>
                  </a:lnTo>
                  <a:lnTo>
                    <a:pt x="1709077" y="1968500"/>
                  </a:lnTo>
                  <a:lnTo>
                    <a:pt x="8059229" y="1968500"/>
                  </a:lnTo>
                  <a:lnTo>
                    <a:pt x="8059229" y="1931670"/>
                  </a:lnTo>
                  <a:lnTo>
                    <a:pt x="0" y="1931670"/>
                  </a:lnTo>
                  <a:lnTo>
                    <a:pt x="0" y="1968500"/>
                  </a:lnTo>
                  <a:lnTo>
                    <a:pt x="1671485" y="1968500"/>
                  </a:lnTo>
                  <a:lnTo>
                    <a:pt x="1671485" y="4058907"/>
                  </a:lnTo>
                  <a:lnTo>
                    <a:pt x="0" y="4058907"/>
                  </a:lnTo>
                  <a:lnTo>
                    <a:pt x="0" y="4062717"/>
                  </a:lnTo>
                  <a:lnTo>
                    <a:pt x="0" y="4097007"/>
                  </a:lnTo>
                  <a:lnTo>
                    <a:pt x="1671485" y="4097007"/>
                  </a:lnTo>
                  <a:lnTo>
                    <a:pt x="1671485" y="6190970"/>
                  </a:lnTo>
                  <a:lnTo>
                    <a:pt x="1709077" y="6190970"/>
                  </a:lnTo>
                  <a:lnTo>
                    <a:pt x="1709077" y="4097007"/>
                  </a:lnTo>
                  <a:lnTo>
                    <a:pt x="3803281" y="4097007"/>
                  </a:lnTo>
                  <a:lnTo>
                    <a:pt x="3803281" y="6190970"/>
                  </a:lnTo>
                  <a:lnTo>
                    <a:pt x="3837127" y="6190970"/>
                  </a:lnTo>
                  <a:lnTo>
                    <a:pt x="3837127" y="4097007"/>
                  </a:lnTo>
                  <a:lnTo>
                    <a:pt x="5931319" y="4097007"/>
                  </a:lnTo>
                  <a:lnTo>
                    <a:pt x="5931319" y="6190970"/>
                  </a:lnTo>
                  <a:lnTo>
                    <a:pt x="5968924" y="6190970"/>
                  </a:lnTo>
                  <a:lnTo>
                    <a:pt x="5968924" y="4097007"/>
                  </a:lnTo>
                  <a:lnTo>
                    <a:pt x="8059229" y="4097007"/>
                  </a:lnTo>
                  <a:lnTo>
                    <a:pt x="8059229" y="6191237"/>
                  </a:lnTo>
                  <a:lnTo>
                    <a:pt x="0" y="6191237"/>
                  </a:lnTo>
                  <a:lnTo>
                    <a:pt x="0" y="6228067"/>
                  </a:lnTo>
                  <a:lnTo>
                    <a:pt x="8059229" y="6228067"/>
                  </a:lnTo>
                  <a:lnTo>
                    <a:pt x="8059229" y="8322297"/>
                  </a:lnTo>
                  <a:lnTo>
                    <a:pt x="5968924" y="8322297"/>
                  </a:lnTo>
                  <a:lnTo>
                    <a:pt x="5968924" y="6228575"/>
                  </a:lnTo>
                  <a:lnTo>
                    <a:pt x="5931319" y="6228575"/>
                  </a:lnTo>
                  <a:lnTo>
                    <a:pt x="5931319" y="8322297"/>
                  </a:lnTo>
                  <a:lnTo>
                    <a:pt x="3837127" y="8322297"/>
                  </a:lnTo>
                  <a:lnTo>
                    <a:pt x="3837127" y="6228575"/>
                  </a:lnTo>
                  <a:lnTo>
                    <a:pt x="3803281" y="6228575"/>
                  </a:lnTo>
                  <a:lnTo>
                    <a:pt x="3803281" y="8322297"/>
                  </a:lnTo>
                  <a:lnTo>
                    <a:pt x="1709077" y="8322297"/>
                  </a:lnTo>
                  <a:lnTo>
                    <a:pt x="1709077" y="6228575"/>
                  </a:lnTo>
                  <a:lnTo>
                    <a:pt x="1671485" y="6228575"/>
                  </a:lnTo>
                  <a:lnTo>
                    <a:pt x="1671485" y="8322297"/>
                  </a:lnTo>
                  <a:lnTo>
                    <a:pt x="0" y="8322297"/>
                  </a:lnTo>
                  <a:lnTo>
                    <a:pt x="0" y="8356587"/>
                  </a:lnTo>
                  <a:lnTo>
                    <a:pt x="8059229" y="8356587"/>
                  </a:lnTo>
                  <a:lnTo>
                    <a:pt x="8059229" y="10286987"/>
                  </a:lnTo>
                  <a:lnTo>
                    <a:pt x="8063128" y="10286987"/>
                  </a:lnTo>
                  <a:lnTo>
                    <a:pt x="8063128" y="10287368"/>
                  </a:lnTo>
                  <a:lnTo>
                    <a:pt x="8096961" y="10287368"/>
                  </a:lnTo>
                  <a:lnTo>
                    <a:pt x="8096961" y="8356613"/>
                  </a:lnTo>
                  <a:lnTo>
                    <a:pt x="8096821" y="8356613"/>
                  </a:lnTo>
                  <a:lnTo>
                    <a:pt x="10191166" y="8356587"/>
                  </a:lnTo>
                  <a:lnTo>
                    <a:pt x="10191026" y="8356613"/>
                  </a:lnTo>
                  <a:lnTo>
                    <a:pt x="10191026" y="10287368"/>
                  </a:lnTo>
                  <a:lnTo>
                    <a:pt x="10228618" y="10287368"/>
                  </a:lnTo>
                  <a:lnTo>
                    <a:pt x="10228618" y="10286987"/>
                  </a:lnTo>
                  <a:lnTo>
                    <a:pt x="10228758" y="10286987"/>
                  </a:lnTo>
                  <a:lnTo>
                    <a:pt x="10228758" y="8356587"/>
                  </a:lnTo>
                  <a:lnTo>
                    <a:pt x="18287988" y="8356587"/>
                  </a:lnTo>
                  <a:lnTo>
                    <a:pt x="18287988" y="8322297"/>
                  </a:lnTo>
                  <a:lnTo>
                    <a:pt x="16616502" y="8322297"/>
                  </a:lnTo>
                  <a:lnTo>
                    <a:pt x="16616502" y="6228575"/>
                  </a:lnTo>
                  <a:lnTo>
                    <a:pt x="16582670" y="6228575"/>
                  </a:lnTo>
                  <a:lnTo>
                    <a:pt x="16582670" y="8322297"/>
                  </a:lnTo>
                  <a:lnTo>
                    <a:pt x="14488465" y="8322297"/>
                  </a:lnTo>
                  <a:lnTo>
                    <a:pt x="14488465" y="6228575"/>
                  </a:lnTo>
                  <a:lnTo>
                    <a:pt x="14450860" y="6228575"/>
                  </a:lnTo>
                  <a:lnTo>
                    <a:pt x="14450860" y="8322297"/>
                  </a:lnTo>
                  <a:lnTo>
                    <a:pt x="12356668" y="8322297"/>
                  </a:lnTo>
                  <a:lnTo>
                    <a:pt x="12356668" y="6228575"/>
                  </a:lnTo>
                  <a:lnTo>
                    <a:pt x="12322823" y="6228575"/>
                  </a:lnTo>
                  <a:lnTo>
                    <a:pt x="12322823" y="8322297"/>
                  </a:lnTo>
                  <a:lnTo>
                    <a:pt x="10228758" y="8322297"/>
                  </a:lnTo>
                  <a:lnTo>
                    <a:pt x="10228758" y="6228067"/>
                  </a:lnTo>
                  <a:lnTo>
                    <a:pt x="18287988" y="6228067"/>
                  </a:lnTo>
                  <a:lnTo>
                    <a:pt x="18287988" y="6191237"/>
                  </a:lnTo>
                  <a:lnTo>
                    <a:pt x="10228758" y="6191237"/>
                  </a:lnTo>
                  <a:lnTo>
                    <a:pt x="10228758" y="4097007"/>
                  </a:lnTo>
                  <a:lnTo>
                    <a:pt x="12322823" y="4097007"/>
                  </a:lnTo>
                  <a:lnTo>
                    <a:pt x="12322823" y="6190970"/>
                  </a:lnTo>
                  <a:lnTo>
                    <a:pt x="12356668" y="6190970"/>
                  </a:lnTo>
                  <a:lnTo>
                    <a:pt x="12356668" y="4097007"/>
                  </a:lnTo>
                  <a:lnTo>
                    <a:pt x="14450860" y="4097007"/>
                  </a:lnTo>
                  <a:lnTo>
                    <a:pt x="14450860" y="6190970"/>
                  </a:lnTo>
                  <a:lnTo>
                    <a:pt x="14488465" y="6190970"/>
                  </a:lnTo>
                  <a:lnTo>
                    <a:pt x="14488465" y="4097007"/>
                  </a:lnTo>
                  <a:lnTo>
                    <a:pt x="16582670" y="4097007"/>
                  </a:lnTo>
                  <a:lnTo>
                    <a:pt x="16582670" y="6190970"/>
                  </a:lnTo>
                  <a:lnTo>
                    <a:pt x="16616502" y="6190970"/>
                  </a:lnTo>
                  <a:lnTo>
                    <a:pt x="16616502" y="4097007"/>
                  </a:lnTo>
                  <a:lnTo>
                    <a:pt x="18287988" y="4097007"/>
                  </a:lnTo>
                  <a:lnTo>
                    <a:pt x="18287988" y="4062717"/>
                  </a:lnTo>
                  <a:lnTo>
                    <a:pt x="16616502" y="4062717"/>
                  </a:lnTo>
                  <a:lnTo>
                    <a:pt x="16616502" y="1968728"/>
                  </a:lnTo>
                  <a:lnTo>
                    <a:pt x="16582670" y="1968728"/>
                  </a:lnTo>
                  <a:lnTo>
                    <a:pt x="16582670" y="4062717"/>
                  </a:lnTo>
                  <a:lnTo>
                    <a:pt x="14488465" y="4062717"/>
                  </a:lnTo>
                  <a:lnTo>
                    <a:pt x="14488465" y="1968728"/>
                  </a:lnTo>
                  <a:lnTo>
                    <a:pt x="14450860" y="1968728"/>
                  </a:lnTo>
                  <a:lnTo>
                    <a:pt x="14450860" y="4062717"/>
                  </a:lnTo>
                  <a:lnTo>
                    <a:pt x="12356668" y="4062717"/>
                  </a:lnTo>
                  <a:lnTo>
                    <a:pt x="12356668" y="1968728"/>
                  </a:lnTo>
                  <a:lnTo>
                    <a:pt x="12319064" y="1968728"/>
                  </a:lnTo>
                  <a:lnTo>
                    <a:pt x="12319064" y="4062717"/>
                  </a:lnTo>
                  <a:lnTo>
                    <a:pt x="10228758" y="4062717"/>
                  </a:lnTo>
                  <a:lnTo>
                    <a:pt x="10228758" y="1968500"/>
                  </a:lnTo>
                  <a:lnTo>
                    <a:pt x="18287988" y="1968500"/>
                  </a:lnTo>
                  <a:lnTo>
                    <a:pt x="18287988" y="1931670"/>
                  </a:lnTo>
                  <a:close/>
                </a:path>
              </a:pathLst>
            </a:custGeom>
            <a:solidFill>
              <a:srgbClr val="000000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36539" y="916964"/>
              <a:ext cx="8115300" cy="5034280"/>
            </a:xfrm>
            <a:custGeom>
              <a:avLst/>
              <a:gdLst/>
              <a:ahLst/>
              <a:cxnLst/>
              <a:rect l="l" t="t" r="r" b="b"/>
              <a:pathLst>
                <a:path w="8115299" h="5034280">
                  <a:moveTo>
                    <a:pt x="7820025" y="5033917"/>
                  </a:moveTo>
                  <a:lnTo>
                    <a:pt x="295275" y="5033917"/>
                  </a:lnTo>
                  <a:lnTo>
                    <a:pt x="248804" y="5030238"/>
                  </a:lnTo>
                  <a:lnTo>
                    <a:pt x="203897" y="5019422"/>
                  </a:lnTo>
                  <a:lnTo>
                    <a:pt x="161346" y="5001797"/>
                  </a:lnTo>
                  <a:lnTo>
                    <a:pt x="121944" y="4977691"/>
                  </a:lnTo>
                  <a:lnTo>
                    <a:pt x="86483" y="4947433"/>
                  </a:lnTo>
                  <a:lnTo>
                    <a:pt x="56225" y="4911972"/>
                  </a:lnTo>
                  <a:lnTo>
                    <a:pt x="32119" y="4872570"/>
                  </a:lnTo>
                  <a:lnTo>
                    <a:pt x="14494" y="4830019"/>
                  </a:lnTo>
                  <a:lnTo>
                    <a:pt x="3678" y="4785112"/>
                  </a:lnTo>
                  <a:lnTo>
                    <a:pt x="0" y="4738642"/>
                  </a:lnTo>
                  <a:lnTo>
                    <a:pt x="0" y="295275"/>
                  </a:lnTo>
                  <a:lnTo>
                    <a:pt x="3678" y="248805"/>
                  </a:lnTo>
                  <a:lnTo>
                    <a:pt x="14494" y="203897"/>
                  </a:lnTo>
                  <a:lnTo>
                    <a:pt x="32119" y="161346"/>
                  </a:lnTo>
                  <a:lnTo>
                    <a:pt x="56225" y="121944"/>
                  </a:lnTo>
                  <a:lnTo>
                    <a:pt x="86483" y="86484"/>
                  </a:lnTo>
                  <a:lnTo>
                    <a:pt x="121944" y="56225"/>
                  </a:lnTo>
                  <a:lnTo>
                    <a:pt x="161346" y="32119"/>
                  </a:lnTo>
                  <a:lnTo>
                    <a:pt x="203897" y="14494"/>
                  </a:lnTo>
                  <a:lnTo>
                    <a:pt x="248804" y="3678"/>
                  </a:lnTo>
                  <a:lnTo>
                    <a:pt x="295275" y="0"/>
                  </a:lnTo>
                  <a:lnTo>
                    <a:pt x="7820025" y="0"/>
                  </a:lnTo>
                  <a:lnTo>
                    <a:pt x="7866495" y="3678"/>
                  </a:lnTo>
                  <a:lnTo>
                    <a:pt x="7911402" y="14494"/>
                  </a:lnTo>
                  <a:lnTo>
                    <a:pt x="7953953" y="32119"/>
                  </a:lnTo>
                  <a:lnTo>
                    <a:pt x="7993356" y="56225"/>
                  </a:lnTo>
                  <a:lnTo>
                    <a:pt x="8028816" y="86484"/>
                  </a:lnTo>
                  <a:lnTo>
                    <a:pt x="8059075" y="121944"/>
                  </a:lnTo>
                  <a:lnTo>
                    <a:pt x="8083181" y="161346"/>
                  </a:lnTo>
                  <a:lnTo>
                    <a:pt x="8100806" y="203897"/>
                  </a:lnTo>
                  <a:lnTo>
                    <a:pt x="8111622" y="248805"/>
                  </a:lnTo>
                  <a:lnTo>
                    <a:pt x="8115300" y="295275"/>
                  </a:lnTo>
                  <a:lnTo>
                    <a:pt x="8115300" y="4738642"/>
                  </a:lnTo>
                  <a:lnTo>
                    <a:pt x="8111622" y="4785112"/>
                  </a:lnTo>
                  <a:lnTo>
                    <a:pt x="8100806" y="4830019"/>
                  </a:lnTo>
                  <a:lnTo>
                    <a:pt x="8083181" y="4872570"/>
                  </a:lnTo>
                  <a:lnTo>
                    <a:pt x="8059075" y="4911972"/>
                  </a:lnTo>
                  <a:lnTo>
                    <a:pt x="8028816" y="4947433"/>
                  </a:lnTo>
                  <a:lnTo>
                    <a:pt x="7993356" y="4977691"/>
                  </a:lnTo>
                  <a:lnTo>
                    <a:pt x="7953953" y="5001797"/>
                  </a:lnTo>
                  <a:lnTo>
                    <a:pt x="7911402" y="5019422"/>
                  </a:lnTo>
                  <a:lnTo>
                    <a:pt x="7866495" y="5030238"/>
                  </a:lnTo>
                  <a:lnTo>
                    <a:pt x="7820025" y="5033917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7619" y="1309770"/>
              <a:ext cx="190899" cy="1908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7092" y="1309770"/>
              <a:ext cx="190899" cy="1908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05544" y="1309770"/>
              <a:ext cx="190899" cy="1908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63840" y="5477446"/>
              <a:ext cx="16195675" cy="3813810"/>
            </a:xfrm>
            <a:custGeom>
              <a:avLst/>
              <a:gdLst/>
              <a:ahLst/>
              <a:cxnLst/>
              <a:rect l="l" t="t" r="r" b="b"/>
              <a:pathLst>
                <a:path w="16195675" h="3813809">
                  <a:moveTo>
                    <a:pt x="5882462" y="161925"/>
                  </a:moveTo>
                  <a:lnTo>
                    <a:pt x="5870130" y="99961"/>
                  </a:lnTo>
                  <a:lnTo>
                    <a:pt x="5835040" y="47434"/>
                  </a:lnTo>
                  <a:lnTo>
                    <a:pt x="5782500" y="12331"/>
                  </a:lnTo>
                  <a:lnTo>
                    <a:pt x="5720537" y="0"/>
                  </a:lnTo>
                  <a:lnTo>
                    <a:pt x="161925" y="0"/>
                  </a:lnTo>
                  <a:lnTo>
                    <a:pt x="99949" y="12331"/>
                  </a:lnTo>
                  <a:lnTo>
                    <a:pt x="47421" y="47434"/>
                  </a:lnTo>
                  <a:lnTo>
                    <a:pt x="12319" y="99961"/>
                  </a:lnTo>
                  <a:lnTo>
                    <a:pt x="0" y="161925"/>
                  </a:lnTo>
                  <a:lnTo>
                    <a:pt x="0" y="3651643"/>
                  </a:lnTo>
                  <a:lnTo>
                    <a:pt x="12319" y="3713607"/>
                  </a:lnTo>
                  <a:lnTo>
                    <a:pt x="47421" y="3766147"/>
                  </a:lnTo>
                  <a:lnTo>
                    <a:pt x="99949" y="3801237"/>
                  </a:lnTo>
                  <a:lnTo>
                    <a:pt x="161925" y="3813568"/>
                  </a:lnTo>
                  <a:lnTo>
                    <a:pt x="5720537" y="3813568"/>
                  </a:lnTo>
                  <a:lnTo>
                    <a:pt x="5782500" y="3801237"/>
                  </a:lnTo>
                  <a:lnTo>
                    <a:pt x="5835040" y="3766147"/>
                  </a:lnTo>
                  <a:lnTo>
                    <a:pt x="5870130" y="3713607"/>
                  </a:lnTo>
                  <a:lnTo>
                    <a:pt x="5882462" y="3651643"/>
                  </a:lnTo>
                  <a:lnTo>
                    <a:pt x="5882462" y="161925"/>
                  </a:lnTo>
                  <a:close/>
                </a:path>
                <a:path w="16195675" h="3813809">
                  <a:moveTo>
                    <a:pt x="16195447" y="1001572"/>
                  </a:moveTo>
                  <a:lnTo>
                    <a:pt x="16183128" y="939596"/>
                  </a:lnTo>
                  <a:lnTo>
                    <a:pt x="16148025" y="887069"/>
                  </a:lnTo>
                  <a:lnTo>
                    <a:pt x="16095498" y="851966"/>
                  </a:lnTo>
                  <a:lnTo>
                    <a:pt x="16033522" y="839647"/>
                  </a:lnTo>
                  <a:lnTo>
                    <a:pt x="11820512" y="839647"/>
                  </a:lnTo>
                  <a:lnTo>
                    <a:pt x="11758549" y="851966"/>
                  </a:lnTo>
                  <a:lnTo>
                    <a:pt x="11706022" y="887069"/>
                  </a:lnTo>
                  <a:lnTo>
                    <a:pt x="11670919" y="939596"/>
                  </a:lnTo>
                  <a:lnTo>
                    <a:pt x="11658587" y="1001572"/>
                  </a:lnTo>
                  <a:lnTo>
                    <a:pt x="11658587" y="3618941"/>
                  </a:lnTo>
                  <a:lnTo>
                    <a:pt x="11670919" y="3680904"/>
                  </a:lnTo>
                  <a:lnTo>
                    <a:pt x="11706022" y="3733431"/>
                  </a:lnTo>
                  <a:lnTo>
                    <a:pt x="11758549" y="3768534"/>
                  </a:lnTo>
                  <a:lnTo>
                    <a:pt x="11820512" y="3780866"/>
                  </a:lnTo>
                  <a:lnTo>
                    <a:pt x="16033522" y="3780866"/>
                  </a:lnTo>
                  <a:lnTo>
                    <a:pt x="16095498" y="3768534"/>
                  </a:lnTo>
                  <a:lnTo>
                    <a:pt x="16148025" y="3733431"/>
                  </a:lnTo>
                  <a:lnTo>
                    <a:pt x="16183128" y="3680904"/>
                  </a:lnTo>
                  <a:lnTo>
                    <a:pt x="16195447" y="3618941"/>
                  </a:lnTo>
                  <a:lnTo>
                    <a:pt x="16195447" y="1001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7752" y="5766308"/>
              <a:ext cx="196194" cy="19619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18532" y="6539870"/>
              <a:ext cx="151314" cy="15131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04145" y="5766308"/>
              <a:ext cx="196194" cy="19619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16275" y="6539870"/>
              <a:ext cx="151315" cy="15131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59488" y="5766308"/>
              <a:ext cx="196194" cy="1961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13209" y="6539870"/>
              <a:ext cx="151314" cy="15131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47752" y="6303172"/>
              <a:ext cx="5134612" cy="256323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18530" y="6953927"/>
              <a:ext cx="3960075" cy="197689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12734" y="6129292"/>
              <a:ext cx="4490720" cy="2911475"/>
            </a:xfrm>
            <a:custGeom>
              <a:avLst/>
              <a:gdLst/>
              <a:ahLst/>
              <a:cxnLst/>
              <a:rect l="l" t="t" r="r" b="b"/>
              <a:pathLst>
                <a:path w="4490720" h="2911475">
                  <a:moveTo>
                    <a:pt x="4328311" y="2910991"/>
                  </a:moveTo>
                  <a:lnTo>
                    <a:pt x="161924" y="2910991"/>
                  </a:lnTo>
                  <a:lnTo>
                    <a:pt x="118878" y="2905207"/>
                  </a:lnTo>
                  <a:lnTo>
                    <a:pt x="80198" y="2888883"/>
                  </a:lnTo>
                  <a:lnTo>
                    <a:pt x="47426" y="2863564"/>
                  </a:lnTo>
                  <a:lnTo>
                    <a:pt x="22107" y="2830793"/>
                  </a:lnTo>
                  <a:lnTo>
                    <a:pt x="5784" y="2792112"/>
                  </a:lnTo>
                  <a:lnTo>
                    <a:pt x="0" y="2749066"/>
                  </a:lnTo>
                  <a:lnTo>
                    <a:pt x="0" y="161924"/>
                  </a:lnTo>
                  <a:lnTo>
                    <a:pt x="5784" y="118878"/>
                  </a:lnTo>
                  <a:lnTo>
                    <a:pt x="22107" y="80198"/>
                  </a:lnTo>
                  <a:lnTo>
                    <a:pt x="47426" y="47426"/>
                  </a:lnTo>
                  <a:lnTo>
                    <a:pt x="80198" y="22107"/>
                  </a:lnTo>
                  <a:lnTo>
                    <a:pt x="118878" y="5784"/>
                  </a:lnTo>
                  <a:lnTo>
                    <a:pt x="161924" y="0"/>
                  </a:lnTo>
                  <a:lnTo>
                    <a:pt x="4328311" y="0"/>
                  </a:lnTo>
                  <a:lnTo>
                    <a:pt x="4371357" y="5784"/>
                  </a:lnTo>
                  <a:lnTo>
                    <a:pt x="4410037" y="22107"/>
                  </a:lnTo>
                  <a:lnTo>
                    <a:pt x="4442809" y="47426"/>
                  </a:lnTo>
                  <a:lnTo>
                    <a:pt x="4468128" y="80198"/>
                  </a:lnTo>
                  <a:lnTo>
                    <a:pt x="4484451" y="118878"/>
                  </a:lnTo>
                  <a:lnTo>
                    <a:pt x="4490235" y="161924"/>
                  </a:lnTo>
                  <a:lnTo>
                    <a:pt x="4490235" y="2749066"/>
                  </a:lnTo>
                  <a:lnTo>
                    <a:pt x="4484451" y="2792112"/>
                  </a:lnTo>
                  <a:lnTo>
                    <a:pt x="4468128" y="2830793"/>
                  </a:lnTo>
                  <a:lnTo>
                    <a:pt x="4442809" y="2863564"/>
                  </a:lnTo>
                  <a:lnTo>
                    <a:pt x="4410037" y="2888883"/>
                  </a:lnTo>
                  <a:lnTo>
                    <a:pt x="4371357" y="2905207"/>
                  </a:lnTo>
                  <a:lnTo>
                    <a:pt x="4328311" y="2910991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5785" y="6349790"/>
              <a:ext cx="149759" cy="1497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01495" y="6349790"/>
              <a:ext cx="149759" cy="1497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96406" y="6349790"/>
              <a:ext cx="149759" cy="1497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05784" y="6759593"/>
              <a:ext cx="3919379" cy="1956578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1016000" y="1258092"/>
            <a:ext cx="6924675" cy="117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07122F"/>
                </a:solidFill>
              </a:rPr>
              <a:t>Significance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016000" y="2243441"/>
            <a:ext cx="6350000" cy="117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50" b="1" dirty="0">
                <a:solidFill>
                  <a:srgbClr val="07122F"/>
                </a:solidFill>
                <a:latin typeface="Courier New"/>
                <a:cs typeface="Courier New"/>
              </a:rPr>
              <a:t>and</a:t>
            </a:r>
            <a:r>
              <a:rPr sz="7550" b="1" spc="-1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7550" b="1" spc="-10" dirty="0">
                <a:solidFill>
                  <a:srgbClr val="07122F"/>
                </a:solidFill>
                <a:latin typeface="Courier New"/>
                <a:cs typeface="Courier New"/>
              </a:rPr>
              <a:t>Context</a:t>
            </a:r>
            <a:endParaRPr sz="75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694919" y="1472801"/>
            <a:ext cx="6861809" cy="6407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40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This</a:t>
            </a:r>
            <a:r>
              <a:rPr sz="200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project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sz="200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significant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in</a:t>
            </a:r>
            <a:r>
              <a:rPr sz="200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context</a:t>
            </a:r>
            <a:r>
              <a:rPr sz="200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of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content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moderation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digital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accessibility.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694919" y="2095742"/>
            <a:ext cx="6861809" cy="34442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40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Manually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editing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subtitle</a:t>
            </a:r>
            <a:r>
              <a:rPr sz="2000" spc="-10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files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remove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offensive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language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tedious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error-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prone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process.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By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automating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this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task,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the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project</a:t>
            </a:r>
            <a:r>
              <a:rPr sz="2000" spc="-1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contributes</a:t>
            </a:r>
            <a:r>
              <a:rPr sz="2000" spc="-1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sz="2000" spc="-1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responsible</a:t>
            </a:r>
            <a:r>
              <a:rPr sz="2000" spc="-1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content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distribution,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making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it</a:t>
            </a:r>
            <a:r>
              <a:rPr sz="2000" spc="-10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easier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for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creators,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educators,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media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houses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maintain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ourier New"/>
                <a:cs typeface="Courier New"/>
              </a:rPr>
              <a:t>a 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family-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friendly</a:t>
            </a:r>
            <a:r>
              <a:rPr sz="200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or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professional</a:t>
            </a:r>
            <a:r>
              <a:rPr sz="200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tone.</a:t>
            </a:r>
            <a:r>
              <a:rPr sz="20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It</a:t>
            </a:r>
            <a:r>
              <a:rPr sz="200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also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supports</a:t>
            </a:r>
            <a:r>
              <a:rPr sz="20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growing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emphasis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on</a:t>
            </a:r>
            <a:r>
              <a:rPr sz="20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inclusive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media,</a:t>
            </a:r>
            <a:r>
              <a:rPr sz="20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where</a:t>
            </a:r>
            <a:r>
              <a:rPr sz="20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content</a:t>
            </a:r>
            <a:r>
              <a:rPr sz="20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can</a:t>
            </a:r>
            <a:r>
              <a:rPr sz="20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be</a:t>
            </a:r>
            <a:r>
              <a:rPr sz="20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adapted</a:t>
            </a:r>
            <a:r>
              <a:rPr sz="20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sz="20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suit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diverse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audience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needs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without</a:t>
            </a:r>
            <a:r>
              <a:rPr sz="20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compromising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on</a:t>
            </a:r>
            <a:r>
              <a:rPr sz="20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reach</a:t>
            </a:r>
            <a:r>
              <a:rPr sz="20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or</a:t>
            </a:r>
            <a:r>
              <a:rPr sz="20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engagement.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41627" y="235017"/>
            <a:ext cx="9078595" cy="9449435"/>
          </a:xfrm>
          <a:custGeom>
            <a:avLst/>
            <a:gdLst/>
            <a:ahLst/>
            <a:cxnLst/>
            <a:rect l="l" t="t" r="r" b="b"/>
            <a:pathLst>
              <a:path w="9078595" h="9449435">
                <a:moveTo>
                  <a:pt x="8785864" y="9448857"/>
                </a:moveTo>
                <a:lnTo>
                  <a:pt x="295275" y="9448857"/>
                </a:lnTo>
                <a:lnTo>
                  <a:pt x="248805" y="9445180"/>
                </a:lnTo>
                <a:lnTo>
                  <a:pt x="203897" y="9434364"/>
                </a:lnTo>
                <a:lnTo>
                  <a:pt x="161346" y="9416738"/>
                </a:lnTo>
                <a:lnTo>
                  <a:pt x="121944" y="9392632"/>
                </a:lnTo>
                <a:lnTo>
                  <a:pt x="86484" y="9362374"/>
                </a:lnTo>
                <a:lnTo>
                  <a:pt x="56225" y="9326914"/>
                </a:lnTo>
                <a:lnTo>
                  <a:pt x="32119" y="9287511"/>
                </a:lnTo>
                <a:lnTo>
                  <a:pt x="14494" y="9244960"/>
                </a:lnTo>
                <a:lnTo>
                  <a:pt x="3678" y="9200053"/>
                </a:lnTo>
                <a:lnTo>
                  <a:pt x="0" y="9153583"/>
                </a:lnTo>
                <a:lnTo>
                  <a:pt x="0" y="295275"/>
                </a:lnTo>
                <a:lnTo>
                  <a:pt x="3678" y="248805"/>
                </a:lnTo>
                <a:lnTo>
                  <a:pt x="14494" y="203897"/>
                </a:lnTo>
                <a:lnTo>
                  <a:pt x="32119" y="161346"/>
                </a:lnTo>
                <a:lnTo>
                  <a:pt x="56225" y="121944"/>
                </a:lnTo>
                <a:lnTo>
                  <a:pt x="86484" y="86484"/>
                </a:lnTo>
                <a:lnTo>
                  <a:pt x="121944" y="56225"/>
                </a:lnTo>
                <a:lnTo>
                  <a:pt x="161346" y="32119"/>
                </a:lnTo>
                <a:lnTo>
                  <a:pt x="203897" y="14494"/>
                </a:lnTo>
                <a:lnTo>
                  <a:pt x="248805" y="3678"/>
                </a:lnTo>
                <a:lnTo>
                  <a:pt x="295275" y="0"/>
                </a:lnTo>
                <a:lnTo>
                  <a:pt x="8785864" y="0"/>
                </a:lnTo>
                <a:lnTo>
                  <a:pt x="8832334" y="3678"/>
                </a:lnTo>
                <a:lnTo>
                  <a:pt x="8877241" y="14494"/>
                </a:lnTo>
                <a:lnTo>
                  <a:pt x="8919793" y="32119"/>
                </a:lnTo>
                <a:lnTo>
                  <a:pt x="8959195" y="56225"/>
                </a:lnTo>
                <a:lnTo>
                  <a:pt x="8994655" y="86484"/>
                </a:lnTo>
                <a:lnTo>
                  <a:pt x="9024913" y="121944"/>
                </a:lnTo>
                <a:lnTo>
                  <a:pt x="9049019" y="161346"/>
                </a:lnTo>
                <a:lnTo>
                  <a:pt x="9066645" y="203897"/>
                </a:lnTo>
                <a:lnTo>
                  <a:pt x="9077461" y="248805"/>
                </a:lnTo>
                <a:lnTo>
                  <a:pt x="9078314" y="259584"/>
                </a:lnTo>
                <a:lnTo>
                  <a:pt x="9078314" y="9189274"/>
                </a:lnTo>
                <a:lnTo>
                  <a:pt x="9066645" y="9244960"/>
                </a:lnTo>
                <a:lnTo>
                  <a:pt x="9049019" y="9287511"/>
                </a:lnTo>
                <a:lnTo>
                  <a:pt x="9024913" y="9326914"/>
                </a:lnTo>
                <a:lnTo>
                  <a:pt x="8994655" y="9362374"/>
                </a:lnTo>
                <a:lnTo>
                  <a:pt x="8959195" y="9392632"/>
                </a:lnTo>
                <a:lnTo>
                  <a:pt x="8919793" y="9416738"/>
                </a:lnTo>
                <a:lnTo>
                  <a:pt x="8877241" y="9434364"/>
                </a:lnTo>
                <a:lnTo>
                  <a:pt x="8832334" y="9445180"/>
                </a:lnTo>
                <a:lnTo>
                  <a:pt x="8785864" y="9448857"/>
                </a:lnTo>
                <a:close/>
              </a:path>
            </a:pathLst>
          </a:custGeom>
          <a:solidFill>
            <a:srgbClr val="071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977022"/>
            <a:ext cx="5200015" cy="117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Potential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6000" y="1962370"/>
            <a:ext cx="6924675" cy="216090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 marR="5080">
              <a:lnSpc>
                <a:spcPts val="7759"/>
              </a:lnSpc>
              <a:spcBef>
                <a:spcPts val="1435"/>
              </a:spcBef>
            </a:pPr>
            <a:r>
              <a:rPr sz="7550" b="1" spc="-10" dirty="0">
                <a:solidFill>
                  <a:srgbClr val="FFFFFF"/>
                </a:solidFill>
                <a:latin typeface="Courier New"/>
                <a:cs typeface="Courier New"/>
              </a:rPr>
              <a:t>Issues/Impro vements:</a:t>
            </a:r>
            <a:endParaRPr sz="75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8700" y="1639425"/>
            <a:ext cx="7978775" cy="7461884"/>
            <a:chOff x="1028700" y="1639425"/>
            <a:chExt cx="7978775" cy="7461884"/>
          </a:xfrm>
        </p:grpSpPr>
        <p:sp>
          <p:nvSpPr>
            <p:cNvPr id="6" name="object 6"/>
            <p:cNvSpPr/>
            <p:nvPr/>
          </p:nvSpPr>
          <p:spPr>
            <a:xfrm>
              <a:off x="1028700" y="4787134"/>
              <a:ext cx="6654165" cy="4314190"/>
            </a:xfrm>
            <a:custGeom>
              <a:avLst/>
              <a:gdLst/>
              <a:ahLst/>
              <a:cxnLst/>
              <a:rect l="l" t="t" r="r" b="b"/>
              <a:pathLst>
                <a:path w="6654165" h="4314190">
                  <a:moveTo>
                    <a:pt x="6491958" y="4313669"/>
                  </a:moveTo>
                  <a:lnTo>
                    <a:pt x="161924" y="4313669"/>
                  </a:lnTo>
                  <a:lnTo>
                    <a:pt x="130187" y="4310529"/>
                  </a:lnTo>
                  <a:lnTo>
                    <a:pt x="72088" y="4286464"/>
                  </a:lnTo>
                  <a:lnTo>
                    <a:pt x="27205" y="4241581"/>
                  </a:lnTo>
                  <a:lnTo>
                    <a:pt x="3140" y="4183482"/>
                  </a:lnTo>
                  <a:lnTo>
                    <a:pt x="0" y="4151744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4" y="0"/>
                  </a:lnTo>
                  <a:lnTo>
                    <a:pt x="6491958" y="0"/>
                  </a:lnTo>
                  <a:lnTo>
                    <a:pt x="6553923" y="12325"/>
                  </a:lnTo>
                  <a:lnTo>
                    <a:pt x="6606455" y="47426"/>
                  </a:lnTo>
                  <a:lnTo>
                    <a:pt x="6641556" y="99959"/>
                  </a:lnTo>
                  <a:lnTo>
                    <a:pt x="6653882" y="161924"/>
                  </a:lnTo>
                  <a:lnTo>
                    <a:pt x="6653882" y="4151744"/>
                  </a:lnTo>
                  <a:lnTo>
                    <a:pt x="6641556" y="4213711"/>
                  </a:lnTo>
                  <a:lnTo>
                    <a:pt x="6606455" y="4266243"/>
                  </a:lnTo>
                  <a:lnTo>
                    <a:pt x="6553923" y="4301344"/>
                  </a:lnTo>
                  <a:lnTo>
                    <a:pt x="6491958" y="4313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2956" y="5113881"/>
              <a:ext cx="221922" cy="2219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973" y="5113881"/>
              <a:ext cx="221922" cy="2219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1801" y="5113881"/>
              <a:ext cx="221922" cy="2219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2957" y="5721149"/>
              <a:ext cx="5807956" cy="289936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7471" y="1639425"/>
              <a:ext cx="99661" cy="996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7471" y="4429934"/>
              <a:ext cx="99661" cy="996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7471" y="6821798"/>
              <a:ext cx="99661" cy="9966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199810" y="1429018"/>
            <a:ext cx="804164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710" marR="5080" indent="-334645">
              <a:lnSpc>
                <a:spcPct val="116300"/>
              </a:lnSpc>
              <a:spcBef>
                <a:spcPts val="100"/>
              </a:spcBef>
            </a:pP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Word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Replacement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Limitations: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current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script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20" dirty="0">
                <a:solidFill>
                  <a:srgbClr val="FFFFFF"/>
                </a:solidFill>
                <a:latin typeface="Verdana"/>
                <a:cs typeface="Verdana"/>
              </a:rPr>
              <a:t>may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not 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handle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more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complex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variations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explicit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words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(like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20573" y="2226308"/>
            <a:ext cx="7999730" cy="600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760" marR="230504" algn="ctr">
              <a:lnSpc>
                <a:spcPct val="116300"/>
              </a:lnSpc>
              <a:spcBef>
                <a:spcPts val="100"/>
              </a:spcBef>
            </a:pP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plural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forms,</a:t>
            </a:r>
            <a:r>
              <a:rPr sz="22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word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conjugations,</a:t>
            </a:r>
            <a:r>
              <a:rPr sz="22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30" dirty="0">
                <a:solidFill>
                  <a:srgbClr val="FFFFFF"/>
                </a:solidFill>
                <a:latin typeface="Verdana"/>
                <a:cs typeface="Verdana"/>
              </a:rPr>
              <a:t>etc.).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Expanding</a:t>
            </a:r>
            <a:r>
              <a:rPr sz="22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the dictionary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more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sophisticated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NLP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approach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could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improve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this.</a:t>
            </a:r>
            <a:endParaRPr sz="2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2250">
              <a:latin typeface="Verdana"/>
              <a:cs typeface="Verdana"/>
            </a:endParaRPr>
          </a:p>
          <a:p>
            <a:pPr marL="30480" marR="22225" indent="-635" algn="ctr">
              <a:lnSpc>
                <a:spcPct val="116300"/>
              </a:lnSpc>
            </a:pP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Performance: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5" dirty="0">
                <a:solidFill>
                  <a:srgbClr val="FFFFFF"/>
                </a:solidFill>
                <a:latin typeface="Verdana"/>
                <a:cs typeface="Verdana"/>
              </a:rPr>
              <a:t>large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subtitle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files,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multiple</a:t>
            </a:r>
            <a:r>
              <a:rPr sz="22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regex 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operations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could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become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inefficient.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Optimizing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regex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2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sz="22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more</a:t>
            </a:r>
            <a:r>
              <a:rPr sz="22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performant</a:t>
            </a:r>
            <a:r>
              <a:rPr sz="22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solution</a:t>
            </a:r>
            <a:r>
              <a:rPr sz="22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might</a:t>
            </a:r>
            <a:r>
              <a:rPr sz="22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2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beneficial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2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5" dirty="0">
                <a:solidFill>
                  <a:srgbClr val="FFFFFF"/>
                </a:solidFill>
                <a:latin typeface="Verdana"/>
                <a:cs typeface="Verdana"/>
              </a:rPr>
              <a:t>large</a:t>
            </a:r>
            <a:r>
              <a:rPr sz="22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datasets.</a:t>
            </a:r>
            <a:endParaRPr sz="2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2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Edge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Case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95" dirty="0">
                <a:solidFill>
                  <a:srgbClr val="FFFFFF"/>
                </a:solidFill>
                <a:latin typeface="Verdana"/>
                <a:cs typeface="Verdana"/>
              </a:rPr>
              <a:t>Handling: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5" dirty="0">
                <a:solidFill>
                  <a:srgbClr val="FFFFFF"/>
                </a:solidFill>
                <a:latin typeface="Verdana"/>
                <a:cs typeface="Verdana"/>
              </a:rPr>
              <a:t>assumes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well-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formed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input.</a:t>
            </a:r>
            <a:endParaRPr sz="2250">
              <a:latin typeface="Verdana"/>
              <a:cs typeface="Verdana"/>
            </a:endParaRPr>
          </a:p>
          <a:p>
            <a:pPr marL="69215" marR="61594" algn="ctr">
              <a:lnSpc>
                <a:spcPts val="3140"/>
              </a:lnSpc>
              <a:spcBef>
                <a:spcPts val="95"/>
              </a:spcBef>
            </a:pP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Additional</a:t>
            </a:r>
            <a:r>
              <a:rPr sz="22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checks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malformed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30" dirty="0">
                <a:solidFill>
                  <a:srgbClr val="FFFFFF"/>
                </a:solidFill>
                <a:latin typeface="Verdana"/>
                <a:cs typeface="Verdana"/>
              </a:rPr>
              <a:t>SRT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files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15" dirty="0">
                <a:solidFill>
                  <a:srgbClr val="FFFFFF"/>
                </a:solidFill>
                <a:latin typeface="Verdana"/>
                <a:cs typeface="Verdana"/>
              </a:rPr>
              <a:t>(e.g.,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missing 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timestamps,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95" dirty="0">
                <a:solidFill>
                  <a:srgbClr val="FFFFFF"/>
                </a:solidFill>
                <a:latin typeface="Verdana"/>
                <a:cs typeface="Verdana"/>
              </a:rPr>
              <a:t>extra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line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20" dirty="0">
                <a:solidFill>
                  <a:srgbClr val="FFFFFF"/>
                </a:solidFill>
                <a:latin typeface="Verdana"/>
                <a:cs typeface="Verdana"/>
              </a:rPr>
              <a:t>breaks)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would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make</a:t>
            </a:r>
            <a:r>
              <a:rPr sz="22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sz="22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more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robust.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81"/>
            <a:ext cx="18288000" cy="10287635"/>
            <a:chOff x="0" y="-381"/>
            <a:chExt cx="18288000" cy="10287635"/>
          </a:xfrm>
        </p:grpSpPr>
        <p:sp>
          <p:nvSpPr>
            <p:cNvPr id="3" name="object 3"/>
            <p:cNvSpPr/>
            <p:nvPr/>
          </p:nvSpPr>
          <p:spPr>
            <a:xfrm>
              <a:off x="1028699" y="5968303"/>
              <a:ext cx="10228580" cy="4144010"/>
            </a:xfrm>
            <a:custGeom>
              <a:avLst/>
              <a:gdLst/>
              <a:ahLst/>
              <a:cxnLst/>
              <a:rect l="l" t="t" r="r" b="b"/>
              <a:pathLst>
                <a:path w="10228580" h="4144009">
                  <a:moveTo>
                    <a:pt x="9932750" y="4143779"/>
                  </a:moveTo>
                  <a:lnTo>
                    <a:pt x="295274" y="4143779"/>
                  </a:lnTo>
                  <a:lnTo>
                    <a:pt x="248804" y="4140101"/>
                  </a:lnTo>
                  <a:lnTo>
                    <a:pt x="203897" y="4129285"/>
                  </a:lnTo>
                  <a:lnTo>
                    <a:pt x="161346" y="4111660"/>
                  </a:lnTo>
                  <a:lnTo>
                    <a:pt x="121944" y="4087554"/>
                  </a:lnTo>
                  <a:lnTo>
                    <a:pt x="86484" y="4057296"/>
                  </a:lnTo>
                  <a:lnTo>
                    <a:pt x="56225" y="4021835"/>
                  </a:lnTo>
                  <a:lnTo>
                    <a:pt x="32119" y="3982433"/>
                  </a:lnTo>
                  <a:lnTo>
                    <a:pt x="14494" y="3939882"/>
                  </a:lnTo>
                  <a:lnTo>
                    <a:pt x="3678" y="3894975"/>
                  </a:lnTo>
                  <a:lnTo>
                    <a:pt x="0" y="3848504"/>
                  </a:lnTo>
                  <a:lnTo>
                    <a:pt x="0" y="295275"/>
                  </a:lnTo>
                  <a:lnTo>
                    <a:pt x="3678" y="248805"/>
                  </a:lnTo>
                  <a:lnTo>
                    <a:pt x="14494" y="203897"/>
                  </a:lnTo>
                  <a:lnTo>
                    <a:pt x="32119" y="161346"/>
                  </a:lnTo>
                  <a:lnTo>
                    <a:pt x="56225" y="121944"/>
                  </a:lnTo>
                  <a:lnTo>
                    <a:pt x="86484" y="86483"/>
                  </a:lnTo>
                  <a:lnTo>
                    <a:pt x="121944" y="56225"/>
                  </a:lnTo>
                  <a:lnTo>
                    <a:pt x="161346" y="32119"/>
                  </a:lnTo>
                  <a:lnTo>
                    <a:pt x="203897" y="14494"/>
                  </a:lnTo>
                  <a:lnTo>
                    <a:pt x="248804" y="3678"/>
                  </a:lnTo>
                  <a:lnTo>
                    <a:pt x="295274" y="0"/>
                  </a:lnTo>
                  <a:lnTo>
                    <a:pt x="9932750" y="0"/>
                  </a:lnTo>
                  <a:lnTo>
                    <a:pt x="9979219" y="3678"/>
                  </a:lnTo>
                  <a:lnTo>
                    <a:pt x="10024126" y="14494"/>
                  </a:lnTo>
                  <a:lnTo>
                    <a:pt x="10066677" y="32119"/>
                  </a:lnTo>
                  <a:lnTo>
                    <a:pt x="10106080" y="56225"/>
                  </a:lnTo>
                  <a:lnTo>
                    <a:pt x="10141540" y="86483"/>
                  </a:lnTo>
                  <a:lnTo>
                    <a:pt x="10171798" y="121944"/>
                  </a:lnTo>
                  <a:lnTo>
                    <a:pt x="10195904" y="161346"/>
                  </a:lnTo>
                  <a:lnTo>
                    <a:pt x="10213529" y="203897"/>
                  </a:lnTo>
                  <a:lnTo>
                    <a:pt x="10224345" y="248805"/>
                  </a:lnTo>
                  <a:lnTo>
                    <a:pt x="10228024" y="295275"/>
                  </a:lnTo>
                  <a:lnTo>
                    <a:pt x="10228024" y="3848504"/>
                  </a:lnTo>
                  <a:lnTo>
                    <a:pt x="10224345" y="3894975"/>
                  </a:lnTo>
                  <a:lnTo>
                    <a:pt x="10213529" y="3939882"/>
                  </a:lnTo>
                  <a:lnTo>
                    <a:pt x="10195904" y="3982433"/>
                  </a:lnTo>
                  <a:lnTo>
                    <a:pt x="10171798" y="4021835"/>
                  </a:lnTo>
                  <a:lnTo>
                    <a:pt x="10141540" y="4057296"/>
                  </a:lnTo>
                  <a:lnTo>
                    <a:pt x="10106080" y="4087554"/>
                  </a:lnTo>
                  <a:lnTo>
                    <a:pt x="10066677" y="4111660"/>
                  </a:lnTo>
                  <a:lnTo>
                    <a:pt x="10024126" y="4129285"/>
                  </a:lnTo>
                  <a:lnTo>
                    <a:pt x="9979219" y="4140101"/>
                  </a:lnTo>
                  <a:lnTo>
                    <a:pt x="9932750" y="4143779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7700" y="6367390"/>
              <a:ext cx="190899" cy="1908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7174" y="6367390"/>
              <a:ext cx="190899" cy="1908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5626" y="6367390"/>
              <a:ext cx="190899" cy="1908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28699" y="1102664"/>
              <a:ext cx="5257165" cy="3408045"/>
            </a:xfrm>
            <a:custGeom>
              <a:avLst/>
              <a:gdLst/>
              <a:ahLst/>
              <a:cxnLst/>
              <a:rect l="l" t="t" r="r" b="b"/>
              <a:pathLst>
                <a:path w="5257165" h="3408045">
                  <a:moveTo>
                    <a:pt x="5094970" y="3408012"/>
                  </a:moveTo>
                  <a:lnTo>
                    <a:pt x="161924" y="3408012"/>
                  </a:lnTo>
                  <a:lnTo>
                    <a:pt x="118878" y="3402228"/>
                  </a:lnTo>
                  <a:lnTo>
                    <a:pt x="80198" y="3385904"/>
                  </a:lnTo>
                  <a:lnTo>
                    <a:pt x="47426" y="3360585"/>
                  </a:lnTo>
                  <a:lnTo>
                    <a:pt x="22107" y="3327813"/>
                  </a:lnTo>
                  <a:lnTo>
                    <a:pt x="5784" y="3289133"/>
                  </a:lnTo>
                  <a:lnTo>
                    <a:pt x="0" y="3246087"/>
                  </a:lnTo>
                  <a:lnTo>
                    <a:pt x="0" y="161924"/>
                  </a:lnTo>
                  <a:lnTo>
                    <a:pt x="5784" y="118878"/>
                  </a:lnTo>
                  <a:lnTo>
                    <a:pt x="22107" y="80198"/>
                  </a:lnTo>
                  <a:lnTo>
                    <a:pt x="47426" y="47426"/>
                  </a:lnTo>
                  <a:lnTo>
                    <a:pt x="80198" y="22107"/>
                  </a:lnTo>
                  <a:lnTo>
                    <a:pt x="118878" y="5784"/>
                  </a:lnTo>
                  <a:lnTo>
                    <a:pt x="161924" y="0"/>
                  </a:lnTo>
                  <a:lnTo>
                    <a:pt x="5094970" y="0"/>
                  </a:lnTo>
                  <a:lnTo>
                    <a:pt x="5138016" y="5784"/>
                  </a:lnTo>
                  <a:lnTo>
                    <a:pt x="5176696" y="22107"/>
                  </a:lnTo>
                  <a:lnTo>
                    <a:pt x="5209468" y="47426"/>
                  </a:lnTo>
                  <a:lnTo>
                    <a:pt x="5234787" y="80198"/>
                  </a:lnTo>
                  <a:lnTo>
                    <a:pt x="5251110" y="118878"/>
                  </a:lnTo>
                  <a:lnTo>
                    <a:pt x="5256894" y="161924"/>
                  </a:lnTo>
                  <a:lnTo>
                    <a:pt x="5256894" y="3246087"/>
                  </a:lnTo>
                  <a:lnTo>
                    <a:pt x="5251110" y="3289133"/>
                  </a:lnTo>
                  <a:lnTo>
                    <a:pt x="5234787" y="3327813"/>
                  </a:lnTo>
                  <a:lnTo>
                    <a:pt x="5209468" y="3360585"/>
                  </a:lnTo>
                  <a:lnTo>
                    <a:pt x="5176696" y="3385904"/>
                  </a:lnTo>
                  <a:lnTo>
                    <a:pt x="5138016" y="3402228"/>
                  </a:lnTo>
                  <a:lnTo>
                    <a:pt x="5094970" y="340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784" y="1360811"/>
              <a:ext cx="175329" cy="17532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0911" y="1360811"/>
              <a:ext cx="175329" cy="17532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9099" y="1360811"/>
              <a:ext cx="175329" cy="1753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1784" y="1840582"/>
              <a:ext cx="4588572" cy="229064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60373" y="2455302"/>
              <a:ext cx="5170805" cy="3352165"/>
            </a:xfrm>
            <a:custGeom>
              <a:avLst/>
              <a:gdLst/>
              <a:ahLst/>
              <a:cxnLst/>
              <a:rect l="l" t="t" r="r" b="b"/>
              <a:pathLst>
                <a:path w="5170805" h="3352165">
                  <a:moveTo>
                    <a:pt x="5008334" y="3351846"/>
                  </a:moveTo>
                  <a:lnTo>
                    <a:pt x="161924" y="3351846"/>
                  </a:lnTo>
                  <a:lnTo>
                    <a:pt x="118878" y="3346062"/>
                  </a:lnTo>
                  <a:lnTo>
                    <a:pt x="80198" y="3329738"/>
                  </a:lnTo>
                  <a:lnTo>
                    <a:pt x="47426" y="3304419"/>
                  </a:lnTo>
                  <a:lnTo>
                    <a:pt x="22107" y="3271648"/>
                  </a:lnTo>
                  <a:lnTo>
                    <a:pt x="5784" y="3232967"/>
                  </a:lnTo>
                  <a:lnTo>
                    <a:pt x="0" y="3189921"/>
                  </a:lnTo>
                  <a:lnTo>
                    <a:pt x="0" y="161924"/>
                  </a:lnTo>
                  <a:lnTo>
                    <a:pt x="5784" y="118878"/>
                  </a:lnTo>
                  <a:lnTo>
                    <a:pt x="22107" y="80198"/>
                  </a:lnTo>
                  <a:lnTo>
                    <a:pt x="47426" y="47426"/>
                  </a:lnTo>
                  <a:lnTo>
                    <a:pt x="80198" y="22107"/>
                  </a:lnTo>
                  <a:lnTo>
                    <a:pt x="118878" y="5784"/>
                  </a:lnTo>
                  <a:lnTo>
                    <a:pt x="161924" y="0"/>
                  </a:lnTo>
                  <a:lnTo>
                    <a:pt x="5008334" y="0"/>
                  </a:lnTo>
                  <a:lnTo>
                    <a:pt x="5051380" y="5784"/>
                  </a:lnTo>
                  <a:lnTo>
                    <a:pt x="5090060" y="22107"/>
                  </a:lnTo>
                  <a:lnTo>
                    <a:pt x="5122832" y="47426"/>
                  </a:lnTo>
                  <a:lnTo>
                    <a:pt x="5148151" y="80198"/>
                  </a:lnTo>
                  <a:lnTo>
                    <a:pt x="5164474" y="118878"/>
                  </a:lnTo>
                  <a:lnTo>
                    <a:pt x="5170258" y="161924"/>
                  </a:lnTo>
                  <a:lnTo>
                    <a:pt x="5170258" y="3189921"/>
                  </a:lnTo>
                  <a:lnTo>
                    <a:pt x="5164474" y="3232967"/>
                  </a:lnTo>
                  <a:lnTo>
                    <a:pt x="5148151" y="3271648"/>
                  </a:lnTo>
                  <a:lnTo>
                    <a:pt x="5122832" y="3304419"/>
                  </a:lnTo>
                  <a:lnTo>
                    <a:pt x="5090060" y="3329738"/>
                  </a:lnTo>
                  <a:lnTo>
                    <a:pt x="5051380" y="3346062"/>
                  </a:lnTo>
                  <a:lnTo>
                    <a:pt x="5008334" y="3351846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7803" y="2709193"/>
              <a:ext cx="172440" cy="17244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23153" y="2709193"/>
              <a:ext cx="172440" cy="17244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47582" y="2709193"/>
              <a:ext cx="172440" cy="1724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97803" y="3181059"/>
              <a:ext cx="4512949" cy="225289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002404" y="5968303"/>
              <a:ext cx="5257165" cy="3408045"/>
            </a:xfrm>
            <a:custGeom>
              <a:avLst/>
              <a:gdLst/>
              <a:ahLst/>
              <a:cxnLst/>
              <a:rect l="l" t="t" r="r" b="b"/>
              <a:pathLst>
                <a:path w="5257164" h="3408045">
                  <a:moveTo>
                    <a:pt x="5094969" y="3408012"/>
                  </a:moveTo>
                  <a:lnTo>
                    <a:pt x="161924" y="3408012"/>
                  </a:lnTo>
                  <a:lnTo>
                    <a:pt x="118878" y="3402228"/>
                  </a:lnTo>
                  <a:lnTo>
                    <a:pt x="80198" y="3385904"/>
                  </a:lnTo>
                  <a:lnTo>
                    <a:pt x="47426" y="3360585"/>
                  </a:lnTo>
                  <a:lnTo>
                    <a:pt x="22107" y="3327813"/>
                  </a:lnTo>
                  <a:lnTo>
                    <a:pt x="5784" y="3289133"/>
                  </a:lnTo>
                  <a:lnTo>
                    <a:pt x="0" y="3246087"/>
                  </a:lnTo>
                  <a:lnTo>
                    <a:pt x="0" y="161924"/>
                  </a:lnTo>
                  <a:lnTo>
                    <a:pt x="5784" y="118878"/>
                  </a:lnTo>
                  <a:lnTo>
                    <a:pt x="22107" y="80198"/>
                  </a:lnTo>
                  <a:lnTo>
                    <a:pt x="47426" y="47426"/>
                  </a:lnTo>
                  <a:lnTo>
                    <a:pt x="80198" y="22107"/>
                  </a:lnTo>
                  <a:lnTo>
                    <a:pt x="118878" y="5784"/>
                  </a:lnTo>
                  <a:lnTo>
                    <a:pt x="161924" y="0"/>
                  </a:lnTo>
                  <a:lnTo>
                    <a:pt x="5094969" y="0"/>
                  </a:lnTo>
                  <a:lnTo>
                    <a:pt x="5138016" y="5784"/>
                  </a:lnTo>
                  <a:lnTo>
                    <a:pt x="5176696" y="22107"/>
                  </a:lnTo>
                  <a:lnTo>
                    <a:pt x="5209468" y="47426"/>
                  </a:lnTo>
                  <a:lnTo>
                    <a:pt x="5234787" y="80198"/>
                  </a:lnTo>
                  <a:lnTo>
                    <a:pt x="5251110" y="118878"/>
                  </a:lnTo>
                  <a:lnTo>
                    <a:pt x="5256894" y="161924"/>
                  </a:lnTo>
                  <a:lnTo>
                    <a:pt x="5256894" y="3246087"/>
                  </a:lnTo>
                  <a:lnTo>
                    <a:pt x="5251110" y="3289133"/>
                  </a:lnTo>
                  <a:lnTo>
                    <a:pt x="5234787" y="3327813"/>
                  </a:lnTo>
                  <a:lnTo>
                    <a:pt x="5209468" y="3360585"/>
                  </a:lnTo>
                  <a:lnTo>
                    <a:pt x="5176696" y="3385904"/>
                  </a:lnTo>
                  <a:lnTo>
                    <a:pt x="5138016" y="3402228"/>
                  </a:lnTo>
                  <a:lnTo>
                    <a:pt x="5094969" y="340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45486" y="6226450"/>
              <a:ext cx="175330" cy="17532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574615" y="6226450"/>
              <a:ext cx="175329" cy="17532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802802" y="6226450"/>
              <a:ext cx="175330" cy="17532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345487" y="6706221"/>
              <a:ext cx="4588571" cy="2290643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2071613" y="846178"/>
            <a:ext cx="5200650" cy="1175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7122F"/>
                </a:solidFill>
              </a:rPr>
              <a:t>Scope</a:t>
            </a:r>
            <a:r>
              <a:rPr spc="-5" dirty="0">
                <a:solidFill>
                  <a:srgbClr val="07122F"/>
                </a:solidFill>
              </a:rPr>
              <a:t> </a:t>
            </a:r>
            <a:r>
              <a:rPr spc="-25" dirty="0">
                <a:solidFill>
                  <a:srgbClr val="07122F"/>
                </a:solidFill>
              </a:rPr>
              <a:t>and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921618" y="1836778"/>
            <a:ext cx="6350635" cy="216598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 marR="5080" indent="574675">
              <a:lnSpc>
                <a:spcPts val="7800"/>
              </a:lnSpc>
              <a:spcBef>
                <a:spcPts val="1405"/>
              </a:spcBef>
            </a:pPr>
            <a:r>
              <a:rPr sz="7550" b="1" dirty="0">
                <a:solidFill>
                  <a:srgbClr val="07122F"/>
                </a:solidFill>
                <a:latin typeface="Courier New"/>
                <a:cs typeface="Courier New"/>
              </a:rPr>
              <a:t>Purpose</a:t>
            </a:r>
            <a:r>
              <a:rPr sz="7550" b="1" spc="-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7550" b="1" spc="-25" dirty="0">
                <a:solidFill>
                  <a:srgbClr val="07122F"/>
                </a:solidFill>
                <a:latin typeface="Courier New"/>
                <a:cs typeface="Courier New"/>
              </a:rPr>
              <a:t>of </a:t>
            </a:r>
            <a:r>
              <a:rPr sz="7550" b="1" dirty="0">
                <a:solidFill>
                  <a:srgbClr val="07122F"/>
                </a:solidFill>
                <a:latin typeface="Courier New"/>
                <a:cs typeface="Courier New"/>
              </a:rPr>
              <a:t>the</a:t>
            </a:r>
            <a:r>
              <a:rPr sz="7550" b="1" spc="-5" dirty="0">
                <a:solidFill>
                  <a:srgbClr val="07122F"/>
                </a:solidFill>
                <a:latin typeface="Courier New"/>
                <a:cs typeface="Courier New"/>
              </a:rPr>
              <a:t> </a:t>
            </a:r>
            <a:r>
              <a:rPr sz="7550" b="1" spc="-10" dirty="0">
                <a:solidFill>
                  <a:srgbClr val="07122F"/>
                </a:solidFill>
                <a:latin typeface="Courier New"/>
                <a:cs typeface="Courier New"/>
              </a:rPr>
              <a:t>Project</a:t>
            </a:r>
            <a:endParaRPr sz="75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9923" y="6783520"/>
            <a:ext cx="9422130" cy="292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5799"/>
              </a:lnSpc>
              <a:spcBef>
                <a:spcPts val="95"/>
              </a:spcBef>
            </a:pPr>
            <a:r>
              <a:rPr sz="2050" spc="-5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focuses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30" dirty="0">
                <a:solidFill>
                  <a:srgbClr val="FFFFFF"/>
                </a:solidFill>
                <a:latin typeface="Verdana"/>
                <a:cs typeface="Verdana"/>
              </a:rPr>
              <a:t>developing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Python-</a:t>
            </a:r>
            <a:r>
              <a:rPr sz="2050" spc="-30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tool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5" dirty="0">
                <a:solidFill>
                  <a:srgbClr val="FFFFFF"/>
                </a:solidFill>
                <a:latin typeface="Verdana"/>
                <a:cs typeface="Verdana"/>
              </a:rPr>
              <a:t>reads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Verdana"/>
                <a:cs typeface="Verdana"/>
              </a:rPr>
              <a:t>.srt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subtitle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50" dirty="0">
                <a:solidFill>
                  <a:srgbClr val="FFFFFF"/>
                </a:solidFill>
                <a:latin typeface="Verdana"/>
                <a:cs typeface="Verdana"/>
              </a:rPr>
              <a:t>files,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Verdana"/>
                <a:cs typeface="Verdana"/>
              </a:rPr>
              <a:t>identifies</a:t>
            </a:r>
            <a:r>
              <a:rPr sz="20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Verdana"/>
                <a:cs typeface="Verdana"/>
              </a:rPr>
              <a:t>explicit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30" dirty="0">
                <a:solidFill>
                  <a:srgbClr val="FFFFFF"/>
                </a:solidFill>
                <a:latin typeface="Verdana"/>
                <a:cs typeface="Verdana"/>
              </a:rPr>
              <a:t>words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65" dirty="0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sz="20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predefined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50" dirty="0">
                <a:solidFill>
                  <a:srgbClr val="FFFFFF"/>
                </a:solidFill>
                <a:latin typeface="Verdana"/>
                <a:cs typeface="Verdana"/>
              </a:rPr>
              <a:t>dictionary,</a:t>
            </a:r>
            <a:r>
              <a:rPr sz="20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050" spc="-30" dirty="0">
                <a:solidFill>
                  <a:srgbClr val="FFFFFF"/>
                </a:solidFill>
                <a:latin typeface="Verdana"/>
                <a:cs typeface="Verdana"/>
              </a:rPr>
              <a:t>either</a:t>
            </a:r>
            <a:r>
              <a:rPr sz="20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replaces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0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5" dirty="0">
                <a:solidFill>
                  <a:srgbClr val="FFFFFF"/>
                </a:solidFill>
                <a:latin typeface="Verdana"/>
                <a:cs typeface="Verdana"/>
              </a:rPr>
              <a:t>flags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85" dirty="0">
                <a:solidFill>
                  <a:srgbClr val="FFFFFF"/>
                </a:solidFill>
                <a:latin typeface="Verdana"/>
                <a:cs typeface="Verdana"/>
              </a:rPr>
              <a:t>them.</a:t>
            </a:r>
            <a:r>
              <a:rPr sz="20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14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55" dirty="0">
                <a:solidFill>
                  <a:srgbClr val="FFFFFF"/>
                </a:solidFill>
                <a:latin typeface="Verdana"/>
                <a:cs typeface="Verdana"/>
              </a:rPr>
              <a:t>maintains</a:t>
            </a:r>
            <a:r>
              <a:rPr sz="20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0" dirty="0">
                <a:solidFill>
                  <a:srgbClr val="FFFFFF"/>
                </a:solidFill>
                <a:latin typeface="Verdana"/>
                <a:cs typeface="Verdana"/>
              </a:rPr>
              <a:t>original</a:t>
            </a:r>
            <a:r>
              <a:rPr sz="20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subtitle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formatting </a:t>
            </a:r>
            <a:r>
              <a:rPr sz="2050" spc="-3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includes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functionality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0" dirty="0">
                <a:solidFill>
                  <a:srgbClr val="FFFFFF"/>
                </a:solidFill>
                <a:latin typeface="Verdana"/>
                <a:cs typeface="Verdana"/>
              </a:rPr>
              <a:t>export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50" dirty="0">
                <a:solidFill>
                  <a:srgbClr val="FFFFFF"/>
                </a:solidFill>
                <a:latin typeface="Verdana"/>
                <a:cs typeface="Verdana"/>
              </a:rPr>
              <a:t>timestamps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compatible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3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Audacity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Verdana"/>
                <a:cs typeface="Verdana"/>
              </a:rPr>
              <a:t>further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60" dirty="0">
                <a:solidFill>
                  <a:srgbClr val="FFFFFF"/>
                </a:solidFill>
                <a:latin typeface="Verdana"/>
                <a:cs typeface="Verdana"/>
              </a:rPr>
              <a:t>editing.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5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35" dirty="0">
                <a:solidFill>
                  <a:srgbClr val="FFFFFF"/>
                </a:solidFill>
                <a:latin typeface="Verdana"/>
                <a:cs typeface="Verdana"/>
              </a:rPr>
              <a:t>overall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Verdana"/>
                <a:cs typeface="Verdana"/>
              </a:rPr>
              <a:t>purpose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3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offer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65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Verdana"/>
                <a:cs typeface="Verdana"/>
              </a:rPr>
              <a:t>efficient,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50" dirty="0">
                <a:solidFill>
                  <a:srgbClr val="FFFFFF"/>
                </a:solidFill>
                <a:latin typeface="Verdana"/>
                <a:cs typeface="Verdana"/>
              </a:rPr>
              <a:t>reliable,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050" spc="-100" dirty="0">
                <a:solidFill>
                  <a:srgbClr val="FFFFFF"/>
                </a:solidFill>
                <a:latin typeface="Verdana"/>
                <a:cs typeface="Verdana"/>
              </a:rPr>
              <a:t>easy-</a:t>
            </a:r>
            <a:r>
              <a:rPr sz="2050" spc="-45" dirty="0">
                <a:solidFill>
                  <a:srgbClr val="FFFFFF"/>
                </a:solidFill>
                <a:latin typeface="Verdana"/>
                <a:cs typeface="Verdana"/>
              </a:rPr>
              <a:t>to-</a:t>
            </a:r>
            <a:r>
              <a:rPr sz="2050" spc="-55" dirty="0">
                <a:solidFill>
                  <a:srgbClr val="FFFFFF"/>
                </a:solidFill>
                <a:latin typeface="Verdana"/>
                <a:cs typeface="Verdana"/>
              </a:rPr>
              <a:t>use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solution</a:t>
            </a:r>
            <a:r>
              <a:rPr sz="20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0" dirty="0">
                <a:solidFill>
                  <a:srgbClr val="FFFFFF"/>
                </a:solidFill>
                <a:latin typeface="Verdana"/>
                <a:cs typeface="Verdana"/>
              </a:rPr>
              <a:t>cleaning</a:t>
            </a:r>
            <a:r>
              <a:rPr sz="20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subtitle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content,</a:t>
            </a:r>
            <a:r>
              <a:rPr sz="20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0" dirty="0">
                <a:solidFill>
                  <a:srgbClr val="FFFFFF"/>
                </a:solidFill>
                <a:latin typeface="Verdana"/>
                <a:cs typeface="Verdana"/>
              </a:rPr>
              <a:t>promoting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0" dirty="0">
                <a:solidFill>
                  <a:srgbClr val="FFFFFF"/>
                </a:solidFill>
                <a:latin typeface="Verdana"/>
                <a:cs typeface="Verdana"/>
              </a:rPr>
              <a:t>safer</a:t>
            </a:r>
            <a:r>
              <a:rPr sz="20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viewing </a:t>
            </a:r>
            <a:r>
              <a:rPr sz="2050" spc="-45" dirty="0">
                <a:solidFill>
                  <a:srgbClr val="FFFFFF"/>
                </a:solidFill>
                <a:latin typeface="Verdana"/>
                <a:cs typeface="Verdana"/>
              </a:rPr>
              <a:t>experiences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3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35" dirty="0">
                <a:solidFill>
                  <a:srgbClr val="FFFFFF"/>
                </a:solidFill>
                <a:latin typeface="Verdana"/>
                <a:cs typeface="Verdana"/>
              </a:rPr>
              <a:t>reducing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65" dirty="0">
                <a:solidFill>
                  <a:srgbClr val="FFFFFF"/>
                </a:solidFill>
                <a:latin typeface="Verdana"/>
                <a:cs typeface="Verdana"/>
              </a:rPr>
              <a:t>manual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0" dirty="0">
                <a:solidFill>
                  <a:srgbClr val="FFFFFF"/>
                </a:solidFill>
                <a:latin typeface="Verdana"/>
                <a:cs typeface="Verdana"/>
              </a:rPr>
              <a:t>workload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content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0" dirty="0">
                <a:solidFill>
                  <a:srgbClr val="FFFFFF"/>
                </a:solidFill>
                <a:latin typeface="Verdana"/>
                <a:cs typeface="Verdana"/>
              </a:rPr>
              <a:t>moderators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creators.</a:t>
            </a:r>
            <a:endParaRPr sz="2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AC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1669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13470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89" h="1931035">
                <a:moveTo>
                  <a:pt x="33838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8" y="0"/>
                </a:lnTo>
                <a:lnTo>
                  <a:pt x="33838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41511" y="0"/>
            <a:ext cx="38100" cy="1931035"/>
          </a:xfrm>
          <a:custGeom>
            <a:avLst/>
            <a:gdLst/>
            <a:ahLst/>
            <a:cxnLst/>
            <a:rect l="l" t="t" r="r" b="b"/>
            <a:pathLst>
              <a:path w="38100" h="1931035">
                <a:moveTo>
                  <a:pt x="3759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7597" y="0"/>
                </a:lnTo>
                <a:lnTo>
                  <a:pt x="3759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73312" y="0"/>
            <a:ext cx="34290" cy="1931035"/>
          </a:xfrm>
          <a:custGeom>
            <a:avLst/>
            <a:gdLst/>
            <a:ahLst/>
            <a:cxnLst/>
            <a:rect l="l" t="t" r="r" b="b"/>
            <a:pathLst>
              <a:path w="34290" h="1931035">
                <a:moveTo>
                  <a:pt x="33837" y="1930759"/>
                </a:moveTo>
                <a:lnTo>
                  <a:pt x="0" y="1930759"/>
                </a:lnTo>
                <a:lnTo>
                  <a:pt x="0" y="0"/>
                </a:lnTo>
                <a:lnTo>
                  <a:pt x="33837" y="0"/>
                </a:lnTo>
                <a:lnTo>
                  <a:pt x="33837" y="1930759"/>
                </a:lnTo>
                <a:close/>
              </a:path>
            </a:pathLst>
          </a:custGeom>
          <a:solidFill>
            <a:srgbClr val="FFFFFF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-381"/>
            <a:ext cx="18288000" cy="10287635"/>
            <a:chOff x="0" y="-381"/>
            <a:chExt cx="18288000" cy="10287635"/>
          </a:xfrm>
        </p:grpSpPr>
        <p:sp>
          <p:nvSpPr>
            <p:cNvPr id="8" name="object 8"/>
            <p:cNvSpPr/>
            <p:nvPr/>
          </p:nvSpPr>
          <p:spPr>
            <a:xfrm>
              <a:off x="0" y="-369"/>
              <a:ext cx="18288000" cy="10287635"/>
            </a:xfrm>
            <a:custGeom>
              <a:avLst/>
              <a:gdLst/>
              <a:ahLst/>
              <a:cxnLst/>
              <a:rect l="l" t="t" r="r" b="b"/>
              <a:pathLst>
                <a:path w="18288000" h="10287635">
                  <a:moveTo>
                    <a:pt x="1919262" y="8356613"/>
                  </a:moveTo>
                  <a:lnTo>
                    <a:pt x="1881657" y="8356613"/>
                  </a:lnTo>
                  <a:lnTo>
                    <a:pt x="1881657" y="10287368"/>
                  </a:lnTo>
                  <a:lnTo>
                    <a:pt x="1919262" y="10287368"/>
                  </a:lnTo>
                  <a:lnTo>
                    <a:pt x="1919262" y="8356613"/>
                  </a:lnTo>
                  <a:close/>
                </a:path>
                <a:path w="18288000" h="10287635">
                  <a:moveTo>
                    <a:pt x="4047299" y="8356613"/>
                  </a:moveTo>
                  <a:lnTo>
                    <a:pt x="4009707" y="8356613"/>
                  </a:lnTo>
                  <a:lnTo>
                    <a:pt x="4009707" y="10287368"/>
                  </a:lnTo>
                  <a:lnTo>
                    <a:pt x="4047299" y="10287368"/>
                  </a:lnTo>
                  <a:lnTo>
                    <a:pt x="4047299" y="8356613"/>
                  </a:lnTo>
                  <a:close/>
                </a:path>
                <a:path w="18288000" h="10287635">
                  <a:moveTo>
                    <a:pt x="6179109" y="8356613"/>
                  </a:moveTo>
                  <a:lnTo>
                    <a:pt x="6141504" y="8356613"/>
                  </a:lnTo>
                  <a:lnTo>
                    <a:pt x="6141504" y="10287368"/>
                  </a:lnTo>
                  <a:lnTo>
                    <a:pt x="6179109" y="10287368"/>
                  </a:lnTo>
                  <a:lnTo>
                    <a:pt x="6179109" y="8356613"/>
                  </a:lnTo>
                  <a:close/>
                </a:path>
                <a:path w="18288000" h="10287635">
                  <a:moveTo>
                    <a:pt x="12566841" y="8356613"/>
                  </a:moveTo>
                  <a:lnTo>
                    <a:pt x="12529249" y="8356613"/>
                  </a:lnTo>
                  <a:lnTo>
                    <a:pt x="12529249" y="10287368"/>
                  </a:lnTo>
                  <a:lnTo>
                    <a:pt x="12566841" y="10287368"/>
                  </a:lnTo>
                  <a:lnTo>
                    <a:pt x="12566841" y="8356613"/>
                  </a:lnTo>
                  <a:close/>
                </a:path>
                <a:path w="18288000" h="10287635">
                  <a:moveTo>
                    <a:pt x="12566841" y="381"/>
                  </a:moveTo>
                  <a:lnTo>
                    <a:pt x="12533008" y="381"/>
                  </a:lnTo>
                  <a:lnTo>
                    <a:pt x="12533008" y="1931136"/>
                  </a:lnTo>
                  <a:lnTo>
                    <a:pt x="12566841" y="1931136"/>
                  </a:lnTo>
                  <a:lnTo>
                    <a:pt x="12566841" y="381"/>
                  </a:lnTo>
                  <a:close/>
                </a:path>
                <a:path w="18288000" h="10287635">
                  <a:moveTo>
                    <a:pt x="14698650" y="8356613"/>
                  </a:moveTo>
                  <a:lnTo>
                    <a:pt x="14661045" y="8356613"/>
                  </a:lnTo>
                  <a:lnTo>
                    <a:pt x="14661045" y="10287368"/>
                  </a:lnTo>
                  <a:lnTo>
                    <a:pt x="14698650" y="10287368"/>
                  </a:lnTo>
                  <a:lnTo>
                    <a:pt x="14698650" y="8356613"/>
                  </a:lnTo>
                  <a:close/>
                </a:path>
                <a:path w="18288000" h="10287635">
                  <a:moveTo>
                    <a:pt x="14698650" y="381"/>
                  </a:moveTo>
                  <a:lnTo>
                    <a:pt x="14661045" y="381"/>
                  </a:lnTo>
                  <a:lnTo>
                    <a:pt x="14661045" y="1931136"/>
                  </a:lnTo>
                  <a:lnTo>
                    <a:pt x="14698650" y="1931136"/>
                  </a:lnTo>
                  <a:lnTo>
                    <a:pt x="14698650" y="381"/>
                  </a:lnTo>
                  <a:close/>
                </a:path>
                <a:path w="18288000" h="10287635">
                  <a:moveTo>
                    <a:pt x="16826687" y="8356613"/>
                  </a:moveTo>
                  <a:lnTo>
                    <a:pt x="16792855" y="8356613"/>
                  </a:lnTo>
                  <a:lnTo>
                    <a:pt x="16792855" y="10287368"/>
                  </a:lnTo>
                  <a:lnTo>
                    <a:pt x="16826687" y="10287368"/>
                  </a:lnTo>
                  <a:lnTo>
                    <a:pt x="16826687" y="8356613"/>
                  </a:lnTo>
                  <a:close/>
                </a:path>
                <a:path w="18288000" h="10287635">
                  <a:moveTo>
                    <a:pt x="16826687" y="381"/>
                  </a:moveTo>
                  <a:lnTo>
                    <a:pt x="16792855" y="381"/>
                  </a:lnTo>
                  <a:lnTo>
                    <a:pt x="16792855" y="1931136"/>
                  </a:lnTo>
                  <a:lnTo>
                    <a:pt x="16826687" y="1931136"/>
                  </a:lnTo>
                  <a:lnTo>
                    <a:pt x="16826687" y="381"/>
                  </a:lnTo>
                  <a:close/>
                </a:path>
                <a:path w="18288000" h="10287635">
                  <a:moveTo>
                    <a:pt x="18287988" y="1931670"/>
                  </a:moveTo>
                  <a:lnTo>
                    <a:pt x="10438943" y="1931670"/>
                  </a:lnTo>
                  <a:lnTo>
                    <a:pt x="10438943" y="0"/>
                  </a:lnTo>
                  <a:lnTo>
                    <a:pt x="10401351" y="0"/>
                  </a:lnTo>
                  <a:lnTo>
                    <a:pt x="10401351" y="381"/>
                  </a:lnTo>
                  <a:lnTo>
                    <a:pt x="10401211" y="381"/>
                  </a:lnTo>
                  <a:lnTo>
                    <a:pt x="10401211" y="1931136"/>
                  </a:lnTo>
                  <a:lnTo>
                    <a:pt x="10401351" y="1931136"/>
                  </a:lnTo>
                  <a:lnTo>
                    <a:pt x="10401351" y="1931670"/>
                  </a:lnTo>
                  <a:lnTo>
                    <a:pt x="10401351" y="1968500"/>
                  </a:lnTo>
                  <a:lnTo>
                    <a:pt x="10401351" y="6228575"/>
                  </a:lnTo>
                  <a:lnTo>
                    <a:pt x="10401211" y="6228575"/>
                  </a:lnTo>
                  <a:lnTo>
                    <a:pt x="10401211" y="8322297"/>
                  </a:lnTo>
                  <a:lnTo>
                    <a:pt x="8307146" y="8322297"/>
                  </a:lnTo>
                  <a:lnTo>
                    <a:pt x="8307146" y="6228575"/>
                  </a:lnTo>
                  <a:lnTo>
                    <a:pt x="8307006" y="6228575"/>
                  </a:lnTo>
                  <a:lnTo>
                    <a:pt x="8307006" y="6228067"/>
                  </a:lnTo>
                  <a:lnTo>
                    <a:pt x="10401351" y="6228067"/>
                  </a:lnTo>
                  <a:lnTo>
                    <a:pt x="10401351" y="6191237"/>
                  </a:lnTo>
                  <a:lnTo>
                    <a:pt x="8307006" y="6191237"/>
                  </a:lnTo>
                  <a:lnTo>
                    <a:pt x="8307006" y="6190970"/>
                  </a:lnTo>
                  <a:lnTo>
                    <a:pt x="8307146" y="6190970"/>
                  </a:lnTo>
                  <a:lnTo>
                    <a:pt x="8307146" y="4097007"/>
                  </a:lnTo>
                  <a:lnTo>
                    <a:pt x="10401211" y="4097007"/>
                  </a:lnTo>
                  <a:lnTo>
                    <a:pt x="10401211" y="6190970"/>
                  </a:lnTo>
                  <a:lnTo>
                    <a:pt x="10401351" y="6190970"/>
                  </a:lnTo>
                  <a:lnTo>
                    <a:pt x="10401351" y="1968728"/>
                  </a:lnTo>
                  <a:lnTo>
                    <a:pt x="10401211" y="1968728"/>
                  </a:lnTo>
                  <a:lnTo>
                    <a:pt x="10401211" y="4058907"/>
                  </a:lnTo>
                  <a:lnTo>
                    <a:pt x="8307146" y="4058907"/>
                  </a:lnTo>
                  <a:lnTo>
                    <a:pt x="8307146" y="1968728"/>
                  </a:lnTo>
                  <a:lnTo>
                    <a:pt x="8307006" y="1968728"/>
                  </a:lnTo>
                  <a:lnTo>
                    <a:pt x="8307006" y="1968500"/>
                  </a:lnTo>
                  <a:lnTo>
                    <a:pt x="10401351" y="1968500"/>
                  </a:lnTo>
                  <a:lnTo>
                    <a:pt x="10401351" y="1931670"/>
                  </a:lnTo>
                  <a:lnTo>
                    <a:pt x="8307006" y="1931670"/>
                  </a:lnTo>
                  <a:lnTo>
                    <a:pt x="8307006" y="0"/>
                  </a:lnTo>
                  <a:lnTo>
                    <a:pt x="8269402" y="0"/>
                  </a:lnTo>
                  <a:lnTo>
                    <a:pt x="8269402" y="1931670"/>
                  </a:lnTo>
                  <a:lnTo>
                    <a:pt x="8269402" y="1968500"/>
                  </a:lnTo>
                  <a:lnTo>
                    <a:pt x="8269402" y="4058907"/>
                  </a:lnTo>
                  <a:lnTo>
                    <a:pt x="8269402" y="4062717"/>
                  </a:lnTo>
                  <a:lnTo>
                    <a:pt x="6179109" y="4062717"/>
                  </a:lnTo>
                  <a:lnTo>
                    <a:pt x="6179109" y="1968728"/>
                  </a:lnTo>
                  <a:lnTo>
                    <a:pt x="6141504" y="1968728"/>
                  </a:lnTo>
                  <a:lnTo>
                    <a:pt x="6141504" y="4062717"/>
                  </a:lnTo>
                  <a:lnTo>
                    <a:pt x="4047299" y="4062717"/>
                  </a:lnTo>
                  <a:lnTo>
                    <a:pt x="4047299" y="1968728"/>
                  </a:lnTo>
                  <a:lnTo>
                    <a:pt x="4009707" y="1968728"/>
                  </a:lnTo>
                  <a:lnTo>
                    <a:pt x="4009707" y="4062717"/>
                  </a:lnTo>
                  <a:lnTo>
                    <a:pt x="1919262" y="4062717"/>
                  </a:lnTo>
                  <a:lnTo>
                    <a:pt x="1919262" y="4058907"/>
                  </a:lnTo>
                  <a:lnTo>
                    <a:pt x="1919262" y="1968500"/>
                  </a:lnTo>
                  <a:lnTo>
                    <a:pt x="8269402" y="1968500"/>
                  </a:lnTo>
                  <a:lnTo>
                    <a:pt x="8269402" y="1931670"/>
                  </a:lnTo>
                  <a:lnTo>
                    <a:pt x="0" y="1931670"/>
                  </a:lnTo>
                  <a:lnTo>
                    <a:pt x="0" y="1968500"/>
                  </a:lnTo>
                  <a:lnTo>
                    <a:pt x="1881657" y="1968500"/>
                  </a:lnTo>
                  <a:lnTo>
                    <a:pt x="1881657" y="4058907"/>
                  </a:lnTo>
                  <a:lnTo>
                    <a:pt x="0" y="4058907"/>
                  </a:lnTo>
                  <a:lnTo>
                    <a:pt x="0" y="4062717"/>
                  </a:lnTo>
                  <a:lnTo>
                    <a:pt x="0" y="4097007"/>
                  </a:lnTo>
                  <a:lnTo>
                    <a:pt x="1881657" y="4097007"/>
                  </a:lnTo>
                  <a:lnTo>
                    <a:pt x="1881657" y="6190970"/>
                  </a:lnTo>
                  <a:lnTo>
                    <a:pt x="1919262" y="6190970"/>
                  </a:lnTo>
                  <a:lnTo>
                    <a:pt x="1919262" y="4097007"/>
                  </a:lnTo>
                  <a:lnTo>
                    <a:pt x="4013466" y="4097007"/>
                  </a:lnTo>
                  <a:lnTo>
                    <a:pt x="4013466" y="6190970"/>
                  </a:lnTo>
                  <a:lnTo>
                    <a:pt x="4047299" y="6190970"/>
                  </a:lnTo>
                  <a:lnTo>
                    <a:pt x="4047299" y="4097007"/>
                  </a:lnTo>
                  <a:lnTo>
                    <a:pt x="6141504" y="4097007"/>
                  </a:lnTo>
                  <a:lnTo>
                    <a:pt x="6141504" y="6190970"/>
                  </a:lnTo>
                  <a:lnTo>
                    <a:pt x="6179109" y="6190970"/>
                  </a:lnTo>
                  <a:lnTo>
                    <a:pt x="6179109" y="4097007"/>
                  </a:lnTo>
                  <a:lnTo>
                    <a:pt x="8269402" y="4097007"/>
                  </a:lnTo>
                  <a:lnTo>
                    <a:pt x="8269402" y="6191237"/>
                  </a:lnTo>
                  <a:lnTo>
                    <a:pt x="0" y="6191237"/>
                  </a:lnTo>
                  <a:lnTo>
                    <a:pt x="0" y="6228067"/>
                  </a:lnTo>
                  <a:lnTo>
                    <a:pt x="8269402" y="6228067"/>
                  </a:lnTo>
                  <a:lnTo>
                    <a:pt x="8269402" y="8322297"/>
                  </a:lnTo>
                  <a:lnTo>
                    <a:pt x="6179109" y="8322297"/>
                  </a:lnTo>
                  <a:lnTo>
                    <a:pt x="6179109" y="6228575"/>
                  </a:lnTo>
                  <a:lnTo>
                    <a:pt x="6141504" y="6228575"/>
                  </a:lnTo>
                  <a:lnTo>
                    <a:pt x="6141504" y="8322297"/>
                  </a:lnTo>
                  <a:lnTo>
                    <a:pt x="4047299" y="8322297"/>
                  </a:lnTo>
                  <a:lnTo>
                    <a:pt x="4047299" y="6228575"/>
                  </a:lnTo>
                  <a:lnTo>
                    <a:pt x="4013466" y="6228575"/>
                  </a:lnTo>
                  <a:lnTo>
                    <a:pt x="4013466" y="8322297"/>
                  </a:lnTo>
                  <a:lnTo>
                    <a:pt x="1919262" y="8322297"/>
                  </a:lnTo>
                  <a:lnTo>
                    <a:pt x="1919262" y="6228575"/>
                  </a:lnTo>
                  <a:lnTo>
                    <a:pt x="1881657" y="6228575"/>
                  </a:lnTo>
                  <a:lnTo>
                    <a:pt x="1881657" y="8322297"/>
                  </a:lnTo>
                  <a:lnTo>
                    <a:pt x="0" y="8322297"/>
                  </a:lnTo>
                  <a:lnTo>
                    <a:pt x="0" y="8356587"/>
                  </a:lnTo>
                  <a:lnTo>
                    <a:pt x="8269402" y="8356587"/>
                  </a:lnTo>
                  <a:lnTo>
                    <a:pt x="8269402" y="10286987"/>
                  </a:lnTo>
                  <a:lnTo>
                    <a:pt x="8273301" y="10286987"/>
                  </a:lnTo>
                  <a:lnTo>
                    <a:pt x="8273301" y="10287368"/>
                  </a:lnTo>
                  <a:lnTo>
                    <a:pt x="8307146" y="10287368"/>
                  </a:lnTo>
                  <a:lnTo>
                    <a:pt x="8307146" y="8356613"/>
                  </a:lnTo>
                  <a:lnTo>
                    <a:pt x="8307006" y="8356613"/>
                  </a:lnTo>
                  <a:lnTo>
                    <a:pt x="10401351" y="8356587"/>
                  </a:lnTo>
                  <a:lnTo>
                    <a:pt x="10401211" y="8356613"/>
                  </a:lnTo>
                  <a:lnTo>
                    <a:pt x="10401211" y="10287368"/>
                  </a:lnTo>
                  <a:lnTo>
                    <a:pt x="10438803" y="10287368"/>
                  </a:lnTo>
                  <a:lnTo>
                    <a:pt x="10438803" y="10286987"/>
                  </a:lnTo>
                  <a:lnTo>
                    <a:pt x="10438943" y="10286987"/>
                  </a:lnTo>
                  <a:lnTo>
                    <a:pt x="10438943" y="8356587"/>
                  </a:lnTo>
                  <a:lnTo>
                    <a:pt x="18287988" y="8356587"/>
                  </a:lnTo>
                  <a:lnTo>
                    <a:pt x="18287988" y="8322297"/>
                  </a:lnTo>
                  <a:lnTo>
                    <a:pt x="16826687" y="8322297"/>
                  </a:lnTo>
                  <a:lnTo>
                    <a:pt x="16826687" y="6228575"/>
                  </a:lnTo>
                  <a:lnTo>
                    <a:pt x="16792855" y="6228575"/>
                  </a:lnTo>
                  <a:lnTo>
                    <a:pt x="16792855" y="8322297"/>
                  </a:lnTo>
                  <a:lnTo>
                    <a:pt x="14698650" y="8322297"/>
                  </a:lnTo>
                  <a:lnTo>
                    <a:pt x="14698650" y="6228575"/>
                  </a:lnTo>
                  <a:lnTo>
                    <a:pt x="14661045" y="6228575"/>
                  </a:lnTo>
                  <a:lnTo>
                    <a:pt x="14661045" y="8322297"/>
                  </a:lnTo>
                  <a:lnTo>
                    <a:pt x="12566841" y="8322297"/>
                  </a:lnTo>
                  <a:lnTo>
                    <a:pt x="12566841" y="6228575"/>
                  </a:lnTo>
                  <a:lnTo>
                    <a:pt x="12533008" y="6228575"/>
                  </a:lnTo>
                  <a:lnTo>
                    <a:pt x="12533008" y="8322297"/>
                  </a:lnTo>
                  <a:lnTo>
                    <a:pt x="10438943" y="8322297"/>
                  </a:lnTo>
                  <a:lnTo>
                    <a:pt x="10438943" y="6228067"/>
                  </a:lnTo>
                  <a:lnTo>
                    <a:pt x="18287988" y="6228067"/>
                  </a:lnTo>
                  <a:lnTo>
                    <a:pt x="18287988" y="6191237"/>
                  </a:lnTo>
                  <a:lnTo>
                    <a:pt x="10438943" y="6191237"/>
                  </a:lnTo>
                  <a:lnTo>
                    <a:pt x="10438943" y="4097007"/>
                  </a:lnTo>
                  <a:lnTo>
                    <a:pt x="12533008" y="4097007"/>
                  </a:lnTo>
                  <a:lnTo>
                    <a:pt x="12533008" y="6190970"/>
                  </a:lnTo>
                  <a:lnTo>
                    <a:pt x="12566841" y="6190970"/>
                  </a:lnTo>
                  <a:lnTo>
                    <a:pt x="12566841" y="4097007"/>
                  </a:lnTo>
                  <a:lnTo>
                    <a:pt x="14661045" y="4097007"/>
                  </a:lnTo>
                  <a:lnTo>
                    <a:pt x="14661045" y="6190970"/>
                  </a:lnTo>
                  <a:lnTo>
                    <a:pt x="14698650" y="6190970"/>
                  </a:lnTo>
                  <a:lnTo>
                    <a:pt x="14698650" y="4097007"/>
                  </a:lnTo>
                  <a:lnTo>
                    <a:pt x="16792855" y="4097007"/>
                  </a:lnTo>
                  <a:lnTo>
                    <a:pt x="16792855" y="6190970"/>
                  </a:lnTo>
                  <a:lnTo>
                    <a:pt x="16826687" y="6190970"/>
                  </a:lnTo>
                  <a:lnTo>
                    <a:pt x="16826687" y="4097007"/>
                  </a:lnTo>
                  <a:lnTo>
                    <a:pt x="18287988" y="4097007"/>
                  </a:lnTo>
                  <a:lnTo>
                    <a:pt x="18287988" y="4062717"/>
                  </a:lnTo>
                  <a:lnTo>
                    <a:pt x="16826687" y="4062717"/>
                  </a:lnTo>
                  <a:lnTo>
                    <a:pt x="16826687" y="1968728"/>
                  </a:lnTo>
                  <a:lnTo>
                    <a:pt x="16792855" y="1968728"/>
                  </a:lnTo>
                  <a:lnTo>
                    <a:pt x="16792855" y="4062717"/>
                  </a:lnTo>
                  <a:lnTo>
                    <a:pt x="14698650" y="4062717"/>
                  </a:lnTo>
                  <a:lnTo>
                    <a:pt x="14698650" y="1968728"/>
                  </a:lnTo>
                  <a:lnTo>
                    <a:pt x="14661045" y="1968728"/>
                  </a:lnTo>
                  <a:lnTo>
                    <a:pt x="14661045" y="4062717"/>
                  </a:lnTo>
                  <a:lnTo>
                    <a:pt x="12566841" y="4062717"/>
                  </a:lnTo>
                  <a:lnTo>
                    <a:pt x="12566841" y="1968728"/>
                  </a:lnTo>
                  <a:lnTo>
                    <a:pt x="12529249" y="1968728"/>
                  </a:lnTo>
                  <a:lnTo>
                    <a:pt x="12529249" y="4062717"/>
                  </a:lnTo>
                  <a:lnTo>
                    <a:pt x="10438943" y="4062717"/>
                  </a:lnTo>
                  <a:lnTo>
                    <a:pt x="10438943" y="1968500"/>
                  </a:lnTo>
                  <a:lnTo>
                    <a:pt x="18287988" y="1968500"/>
                  </a:lnTo>
                  <a:lnTo>
                    <a:pt x="18287988" y="1931670"/>
                  </a:lnTo>
                  <a:close/>
                </a:path>
              </a:pathLst>
            </a:custGeom>
            <a:solidFill>
              <a:srgbClr val="FFFFFF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3948" y="2021417"/>
              <a:ext cx="8020684" cy="7557770"/>
            </a:xfrm>
            <a:custGeom>
              <a:avLst/>
              <a:gdLst/>
              <a:ahLst/>
              <a:cxnLst/>
              <a:rect l="l" t="t" r="r" b="b"/>
              <a:pathLst>
                <a:path w="8020684" h="7557770">
                  <a:moveTo>
                    <a:pt x="7725405" y="7557664"/>
                  </a:moveTo>
                  <a:lnTo>
                    <a:pt x="295274" y="7557664"/>
                  </a:lnTo>
                  <a:lnTo>
                    <a:pt x="248804" y="7553986"/>
                  </a:lnTo>
                  <a:lnTo>
                    <a:pt x="203897" y="7543170"/>
                  </a:lnTo>
                  <a:lnTo>
                    <a:pt x="161346" y="7525544"/>
                  </a:lnTo>
                  <a:lnTo>
                    <a:pt x="121944" y="7501438"/>
                  </a:lnTo>
                  <a:lnTo>
                    <a:pt x="86484" y="7471180"/>
                  </a:lnTo>
                  <a:lnTo>
                    <a:pt x="56225" y="7435720"/>
                  </a:lnTo>
                  <a:lnTo>
                    <a:pt x="32119" y="7396318"/>
                  </a:lnTo>
                  <a:lnTo>
                    <a:pt x="14494" y="7353766"/>
                  </a:lnTo>
                  <a:lnTo>
                    <a:pt x="3678" y="7308859"/>
                  </a:lnTo>
                  <a:lnTo>
                    <a:pt x="0" y="7262389"/>
                  </a:lnTo>
                  <a:lnTo>
                    <a:pt x="0" y="295275"/>
                  </a:lnTo>
                  <a:lnTo>
                    <a:pt x="3678" y="248804"/>
                  </a:lnTo>
                  <a:lnTo>
                    <a:pt x="14494" y="203897"/>
                  </a:lnTo>
                  <a:lnTo>
                    <a:pt x="32119" y="161346"/>
                  </a:lnTo>
                  <a:lnTo>
                    <a:pt x="56225" y="121944"/>
                  </a:lnTo>
                  <a:lnTo>
                    <a:pt x="86484" y="86484"/>
                  </a:lnTo>
                  <a:lnTo>
                    <a:pt x="121944" y="56225"/>
                  </a:lnTo>
                  <a:lnTo>
                    <a:pt x="161346" y="32119"/>
                  </a:lnTo>
                  <a:lnTo>
                    <a:pt x="203897" y="14494"/>
                  </a:lnTo>
                  <a:lnTo>
                    <a:pt x="248804" y="3678"/>
                  </a:lnTo>
                  <a:lnTo>
                    <a:pt x="295274" y="0"/>
                  </a:lnTo>
                  <a:lnTo>
                    <a:pt x="7725405" y="0"/>
                  </a:lnTo>
                  <a:lnTo>
                    <a:pt x="7771875" y="3678"/>
                  </a:lnTo>
                  <a:lnTo>
                    <a:pt x="7816782" y="14494"/>
                  </a:lnTo>
                  <a:lnTo>
                    <a:pt x="7859334" y="32119"/>
                  </a:lnTo>
                  <a:lnTo>
                    <a:pt x="7898736" y="56225"/>
                  </a:lnTo>
                  <a:lnTo>
                    <a:pt x="7934196" y="86484"/>
                  </a:lnTo>
                  <a:lnTo>
                    <a:pt x="7964455" y="121944"/>
                  </a:lnTo>
                  <a:lnTo>
                    <a:pt x="7988561" y="161346"/>
                  </a:lnTo>
                  <a:lnTo>
                    <a:pt x="8006186" y="203897"/>
                  </a:lnTo>
                  <a:lnTo>
                    <a:pt x="8017002" y="248804"/>
                  </a:lnTo>
                  <a:lnTo>
                    <a:pt x="8020680" y="295275"/>
                  </a:lnTo>
                  <a:lnTo>
                    <a:pt x="8020680" y="7262389"/>
                  </a:lnTo>
                  <a:lnTo>
                    <a:pt x="8017002" y="7308859"/>
                  </a:lnTo>
                  <a:lnTo>
                    <a:pt x="8006186" y="7353766"/>
                  </a:lnTo>
                  <a:lnTo>
                    <a:pt x="7988561" y="7396318"/>
                  </a:lnTo>
                  <a:lnTo>
                    <a:pt x="7964455" y="7435720"/>
                  </a:lnTo>
                  <a:lnTo>
                    <a:pt x="7934196" y="7471180"/>
                  </a:lnTo>
                  <a:lnTo>
                    <a:pt x="7898736" y="7501438"/>
                  </a:lnTo>
                  <a:lnTo>
                    <a:pt x="7859334" y="7525544"/>
                  </a:lnTo>
                  <a:lnTo>
                    <a:pt x="7816782" y="7543170"/>
                  </a:lnTo>
                  <a:lnTo>
                    <a:pt x="7771875" y="7553986"/>
                  </a:lnTo>
                  <a:lnTo>
                    <a:pt x="7725405" y="7557664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089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35" dirty="0"/>
              <a:t> </a:t>
            </a:r>
            <a:r>
              <a:rPr dirty="0"/>
              <a:t>Use</a:t>
            </a:r>
            <a:r>
              <a:rPr spc="-25" dirty="0"/>
              <a:t> </a:t>
            </a:r>
            <a:r>
              <a:rPr spc="-20" dirty="0"/>
              <a:t>Case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497700" y="1359266"/>
            <a:ext cx="16051530" cy="7899400"/>
            <a:chOff x="1497700" y="1359266"/>
            <a:chExt cx="16051530" cy="78994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7700" y="3532674"/>
              <a:ext cx="190899" cy="1908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7174" y="3532674"/>
              <a:ext cx="190899" cy="1908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5626" y="3532674"/>
              <a:ext cx="190899" cy="1908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354180" y="3066140"/>
              <a:ext cx="5613400" cy="3639185"/>
            </a:xfrm>
            <a:custGeom>
              <a:avLst/>
              <a:gdLst/>
              <a:ahLst/>
              <a:cxnLst/>
              <a:rect l="l" t="t" r="r" b="b"/>
              <a:pathLst>
                <a:path w="5613400" h="3639184">
                  <a:moveTo>
                    <a:pt x="5450854" y="3638729"/>
                  </a:moveTo>
                  <a:lnTo>
                    <a:pt x="161924" y="3638729"/>
                  </a:lnTo>
                  <a:lnTo>
                    <a:pt x="118878" y="3632945"/>
                  </a:lnTo>
                  <a:lnTo>
                    <a:pt x="80198" y="3616622"/>
                  </a:lnTo>
                  <a:lnTo>
                    <a:pt x="47426" y="3591302"/>
                  </a:lnTo>
                  <a:lnTo>
                    <a:pt x="22107" y="3558531"/>
                  </a:lnTo>
                  <a:lnTo>
                    <a:pt x="5784" y="3519850"/>
                  </a:lnTo>
                  <a:lnTo>
                    <a:pt x="0" y="3476804"/>
                  </a:lnTo>
                  <a:lnTo>
                    <a:pt x="0" y="161924"/>
                  </a:lnTo>
                  <a:lnTo>
                    <a:pt x="5784" y="118878"/>
                  </a:lnTo>
                  <a:lnTo>
                    <a:pt x="22107" y="80198"/>
                  </a:lnTo>
                  <a:lnTo>
                    <a:pt x="47426" y="47426"/>
                  </a:lnTo>
                  <a:lnTo>
                    <a:pt x="80198" y="22107"/>
                  </a:lnTo>
                  <a:lnTo>
                    <a:pt x="118878" y="5784"/>
                  </a:lnTo>
                  <a:lnTo>
                    <a:pt x="161924" y="0"/>
                  </a:lnTo>
                  <a:lnTo>
                    <a:pt x="5450854" y="0"/>
                  </a:lnTo>
                  <a:lnTo>
                    <a:pt x="5493901" y="5784"/>
                  </a:lnTo>
                  <a:lnTo>
                    <a:pt x="5532581" y="22107"/>
                  </a:lnTo>
                  <a:lnTo>
                    <a:pt x="5565353" y="47426"/>
                  </a:lnTo>
                  <a:lnTo>
                    <a:pt x="5590672" y="80198"/>
                  </a:lnTo>
                  <a:lnTo>
                    <a:pt x="5606995" y="118878"/>
                  </a:lnTo>
                  <a:lnTo>
                    <a:pt x="5612779" y="161924"/>
                  </a:lnTo>
                  <a:lnTo>
                    <a:pt x="5612779" y="3476804"/>
                  </a:lnTo>
                  <a:lnTo>
                    <a:pt x="5606995" y="3519850"/>
                  </a:lnTo>
                  <a:lnTo>
                    <a:pt x="5590672" y="3558531"/>
                  </a:lnTo>
                  <a:lnTo>
                    <a:pt x="5565353" y="3591302"/>
                  </a:lnTo>
                  <a:lnTo>
                    <a:pt x="5532581" y="3616622"/>
                  </a:lnTo>
                  <a:lnTo>
                    <a:pt x="5493901" y="3632945"/>
                  </a:lnTo>
                  <a:lnTo>
                    <a:pt x="5450854" y="36387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0491" y="3341764"/>
              <a:ext cx="187199" cy="1871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65130" y="3341764"/>
              <a:ext cx="187199" cy="1871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08765" y="3341764"/>
              <a:ext cx="187199" cy="1871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20491" y="3854014"/>
              <a:ext cx="4899210" cy="244571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195451" y="1359266"/>
              <a:ext cx="4353730" cy="217340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739020" y="5679538"/>
              <a:ext cx="5520690" cy="3578860"/>
            </a:xfrm>
            <a:custGeom>
              <a:avLst/>
              <a:gdLst/>
              <a:ahLst/>
              <a:cxnLst/>
              <a:rect l="l" t="t" r="r" b="b"/>
              <a:pathLst>
                <a:path w="5520690" h="3578859">
                  <a:moveTo>
                    <a:pt x="5358353" y="3578761"/>
                  </a:moveTo>
                  <a:lnTo>
                    <a:pt x="161924" y="3578761"/>
                  </a:lnTo>
                  <a:lnTo>
                    <a:pt x="130187" y="3575621"/>
                  </a:lnTo>
                  <a:lnTo>
                    <a:pt x="72088" y="3551555"/>
                  </a:lnTo>
                  <a:lnTo>
                    <a:pt x="27205" y="3506672"/>
                  </a:lnTo>
                  <a:lnTo>
                    <a:pt x="3140" y="3448573"/>
                  </a:lnTo>
                  <a:lnTo>
                    <a:pt x="0" y="3416836"/>
                  </a:lnTo>
                  <a:lnTo>
                    <a:pt x="0" y="161924"/>
                  </a:lnTo>
                  <a:lnTo>
                    <a:pt x="12325" y="99958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4" y="0"/>
                  </a:lnTo>
                  <a:lnTo>
                    <a:pt x="5358353" y="0"/>
                  </a:lnTo>
                  <a:lnTo>
                    <a:pt x="5420319" y="12325"/>
                  </a:lnTo>
                  <a:lnTo>
                    <a:pt x="5472851" y="47426"/>
                  </a:lnTo>
                  <a:lnTo>
                    <a:pt x="5507952" y="99958"/>
                  </a:lnTo>
                  <a:lnTo>
                    <a:pt x="5520278" y="161924"/>
                  </a:lnTo>
                  <a:lnTo>
                    <a:pt x="5520278" y="3416836"/>
                  </a:lnTo>
                  <a:lnTo>
                    <a:pt x="5507952" y="3478802"/>
                  </a:lnTo>
                  <a:lnTo>
                    <a:pt x="5472851" y="3531334"/>
                  </a:lnTo>
                  <a:lnTo>
                    <a:pt x="5420319" y="3566435"/>
                  </a:lnTo>
                  <a:lnTo>
                    <a:pt x="5358353" y="3578761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39901" y="5950618"/>
              <a:ext cx="184114" cy="18411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99293" y="5950618"/>
              <a:ext cx="184114" cy="18411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79521" y="5950618"/>
              <a:ext cx="184113" cy="18411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99294" y="6454426"/>
              <a:ext cx="4818469" cy="240541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65934" y="5775777"/>
              <a:ext cx="104775" cy="10477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65934" y="6947352"/>
              <a:ext cx="104775" cy="10477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65934" y="7728402"/>
              <a:ext cx="104775" cy="10477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128330" y="3700268"/>
            <a:ext cx="6524625" cy="4634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0430" marR="481330" indent="-888365">
              <a:lnSpc>
                <a:spcPct val="115399"/>
              </a:lnSpc>
              <a:spcBef>
                <a:spcPts val="100"/>
              </a:spcBef>
              <a:buAutoNum type="arabicPeriod"/>
              <a:tabLst>
                <a:tab pos="1033780" algn="l"/>
              </a:tabLst>
            </a:pPr>
            <a:r>
              <a:rPr sz="2600" spc="-155" dirty="0">
                <a:solidFill>
                  <a:srgbClr val="FFFFFF"/>
                </a:solidFill>
                <a:latin typeface="Verdana"/>
                <a:cs typeface="Verdana"/>
              </a:rPr>
              <a:t>Input:</a:t>
            </a:r>
            <a:r>
              <a:rPr sz="26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4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6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Verdana"/>
                <a:cs typeface="Verdana"/>
              </a:rPr>
              <a:t>subtitle</a:t>
            </a:r>
            <a:r>
              <a:rPr sz="26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sz="26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4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6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Verdana"/>
                <a:cs typeface="Verdana"/>
              </a:rPr>
              <a:t>explicit 	</a:t>
            </a:r>
            <a:r>
              <a:rPr sz="2600" spc="-35" dirty="0">
                <a:solidFill>
                  <a:srgbClr val="FFFFFF"/>
                </a:solidFill>
                <a:latin typeface="Verdana"/>
                <a:cs typeface="Verdana"/>
              </a:rPr>
              <a:t>content,</a:t>
            </a:r>
            <a:r>
              <a:rPr sz="26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90" dirty="0">
                <a:solidFill>
                  <a:srgbClr val="FFFFFF"/>
                </a:solidFill>
                <a:latin typeface="Verdana"/>
                <a:cs typeface="Verdana"/>
              </a:rPr>
              <a:t>like</a:t>
            </a:r>
            <a:r>
              <a:rPr sz="26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70" dirty="0">
                <a:solidFill>
                  <a:srgbClr val="FFFFFF"/>
                </a:solidFill>
                <a:latin typeface="Verdana"/>
                <a:cs typeface="Verdana"/>
              </a:rPr>
              <a:t>"You</a:t>
            </a:r>
            <a:r>
              <a:rPr sz="26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95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6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2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6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Verdana"/>
                <a:cs typeface="Verdana"/>
              </a:rPr>
              <a:t>fucking</a:t>
            </a:r>
            <a:endParaRPr sz="2600">
              <a:latin typeface="Verdana"/>
              <a:cs typeface="Verdana"/>
            </a:endParaRPr>
          </a:p>
          <a:p>
            <a:pPr marL="2770505">
              <a:lnSpc>
                <a:spcPct val="100000"/>
              </a:lnSpc>
              <a:spcBef>
                <a:spcPts val="480"/>
              </a:spcBef>
            </a:pPr>
            <a:r>
              <a:rPr sz="2600" spc="-10" dirty="0">
                <a:solidFill>
                  <a:srgbClr val="FFFFFF"/>
                </a:solidFill>
                <a:latin typeface="Verdana"/>
                <a:cs typeface="Verdana"/>
              </a:rPr>
              <a:t>asshole".</a:t>
            </a:r>
            <a:endParaRPr sz="2600">
              <a:latin typeface="Verdana"/>
              <a:cs typeface="Verdana"/>
            </a:endParaRPr>
          </a:p>
          <a:p>
            <a:pPr marL="729615" indent="-702945">
              <a:lnSpc>
                <a:spcPct val="100000"/>
              </a:lnSpc>
              <a:spcBef>
                <a:spcPts val="580"/>
              </a:spcBef>
              <a:buAutoNum type="arabicPeriod" startAt="2"/>
              <a:tabLst>
                <a:tab pos="729615" algn="l"/>
              </a:tabLst>
            </a:pPr>
            <a:r>
              <a:rPr sz="2800" spc="-95" dirty="0">
                <a:solidFill>
                  <a:srgbClr val="FFFFFF"/>
                </a:solidFill>
                <a:latin typeface="Verdana"/>
                <a:cs typeface="Verdana"/>
              </a:rPr>
              <a:t>Output:</a:t>
            </a:r>
            <a:r>
              <a:rPr sz="28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8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script</a:t>
            </a:r>
            <a:r>
              <a:rPr sz="2800" spc="-2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8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generate:</a:t>
            </a:r>
            <a:endParaRPr sz="2800">
              <a:latin typeface="Verdana"/>
              <a:cs typeface="Verdana"/>
            </a:endParaRPr>
          </a:p>
          <a:p>
            <a:pPr marL="1029969" marR="222250" indent="-635" algn="ctr">
              <a:lnSpc>
                <a:spcPct val="116500"/>
              </a:lnSpc>
              <a:spcBef>
                <a:spcPts val="30"/>
              </a:spcBef>
            </a:pP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filtered</a:t>
            </a:r>
            <a:r>
              <a:rPr sz="2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SRT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sz="2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Verdana"/>
                <a:cs typeface="Verdana"/>
              </a:rPr>
              <a:t>where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"fucking"</a:t>
            </a:r>
            <a:r>
              <a:rPr sz="2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is replaced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Verdana"/>
                <a:cs typeface="Verdana"/>
              </a:rPr>
              <a:t>"bugging"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Verdana"/>
                <a:cs typeface="Verdana"/>
              </a:rPr>
              <a:t>"asshole"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by </a:t>
            </a:r>
            <a:r>
              <a:rPr sz="2200" spc="-85" dirty="0">
                <a:solidFill>
                  <a:srgbClr val="FFFFFF"/>
                </a:solidFill>
                <a:latin typeface="Verdana"/>
                <a:cs typeface="Verdana"/>
              </a:rPr>
              <a:t>"mad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fellow".</a:t>
            </a:r>
            <a:endParaRPr sz="2200">
              <a:latin typeface="Verdana"/>
              <a:cs typeface="Verdana"/>
            </a:endParaRPr>
          </a:p>
          <a:p>
            <a:pPr marL="956944" marR="149225" algn="ctr">
              <a:lnSpc>
                <a:spcPct val="116500"/>
              </a:lnSpc>
            </a:pP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censored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SRT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Verdana"/>
                <a:cs typeface="Verdana"/>
              </a:rPr>
              <a:t>where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"fucking"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200" spc="-60" dirty="0">
                <a:solidFill>
                  <a:srgbClr val="FFFFFF"/>
                </a:solidFill>
                <a:latin typeface="Verdana"/>
                <a:cs typeface="Verdana"/>
              </a:rPr>
              <a:t>"asshole"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replaced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dashes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("-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---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").</a:t>
            </a:r>
            <a:endParaRPr sz="2200">
              <a:latin typeface="Verdana"/>
              <a:cs typeface="Verdana"/>
            </a:endParaRPr>
          </a:p>
          <a:p>
            <a:pPr marL="812800" marR="5080" algn="ctr">
              <a:lnSpc>
                <a:spcPct val="116500"/>
              </a:lnSpc>
            </a:pP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Audacity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label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Verdana"/>
                <a:cs typeface="Verdana"/>
              </a:rPr>
              <a:t>marking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sections </a:t>
            </a:r>
            <a:r>
              <a:rPr sz="2200" spc="-3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explicit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content.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6051" y="6477153"/>
            <a:ext cx="8655050" cy="19437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50" dirty="0"/>
              <a:t>Thank</a:t>
            </a:r>
            <a:r>
              <a:rPr sz="12550" spc="-5" dirty="0"/>
              <a:t> </a:t>
            </a:r>
            <a:r>
              <a:rPr sz="12550" spc="-25" dirty="0"/>
              <a:t>You</a:t>
            </a:r>
            <a:endParaRPr sz="12550"/>
          </a:p>
        </p:txBody>
      </p:sp>
      <p:grpSp>
        <p:nvGrpSpPr>
          <p:cNvPr id="3" name="object 3"/>
          <p:cNvGrpSpPr/>
          <p:nvPr/>
        </p:nvGrpSpPr>
        <p:grpSpPr>
          <a:xfrm>
            <a:off x="1028699" y="1028700"/>
            <a:ext cx="16230600" cy="6617334"/>
            <a:chOff x="1028699" y="1028700"/>
            <a:chExt cx="16230600" cy="6617334"/>
          </a:xfrm>
        </p:grpSpPr>
        <p:sp>
          <p:nvSpPr>
            <p:cNvPr id="4" name="object 4"/>
            <p:cNvSpPr/>
            <p:nvPr/>
          </p:nvSpPr>
          <p:spPr>
            <a:xfrm>
              <a:off x="1708751" y="506133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766" y="347533"/>
                  </a:moveTo>
                  <a:lnTo>
                    <a:pt x="127572" y="341326"/>
                  </a:lnTo>
                  <a:lnTo>
                    <a:pt x="86063" y="323809"/>
                  </a:lnTo>
                  <a:lnTo>
                    <a:pt x="50895" y="296638"/>
                  </a:lnTo>
                  <a:lnTo>
                    <a:pt x="23724" y="261470"/>
                  </a:lnTo>
                  <a:lnTo>
                    <a:pt x="6207" y="219960"/>
                  </a:lnTo>
                  <a:lnTo>
                    <a:pt x="0" y="173766"/>
                  </a:lnTo>
                  <a:lnTo>
                    <a:pt x="6207" y="127572"/>
                  </a:lnTo>
                  <a:lnTo>
                    <a:pt x="23724" y="86063"/>
                  </a:lnTo>
                  <a:lnTo>
                    <a:pt x="50895" y="50895"/>
                  </a:lnTo>
                  <a:lnTo>
                    <a:pt x="86063" y="23724"/>
                  </a:lnTo>
                  <a:lnTo>
                    <a:pt x="127572" y="6207"/>
                  </a:lnTo>
                  <a:lnTo>
                    <a:pt x="173766" y="0"/>
                  </a:lnTo>
                  <a:lnTo>
                    <a:pt x="219961" y="6207"/>
                  </a:lnTo>
                  <a:lnTo>
                    <a:pt x="261470" y="23724"/>
                  </a:lnTo>
                  <a:lnTo>
                    <a:pt x="296638" y="50895"/>
                  </a:lnTo>
                  <a:lnTo>
                    <a:pt x="323809" y="86063"/>
                  </a:lnTo>
                  <a:lnTo>
                    <a:pt x="341326" y="127572"/>
                  </a:lnTo>
                  <a:lnTo>
                    <a:pt x="347533" y="173766"/>
                  </a:lnTo>
                  <a:lnTo>
                    <a:pt x="341326" y="219960"/>
                  </a:lnTo>
                  <a:lnTo>
                    <a:pt x="323809" y="261470"/>
                  </a:lnTo>
                  <a:lnTo>
                    <a:pt x="296638" y="296638"/>
                  </a:lnTo>
                  <a:lnTo>
                    <a:pt x="261470" y="323809"/>
                  </a:lnTo>
                  <a:lnTo>
                    <a:pt x="219961" y="341326"/>
                  </a:lnTo>
                  <a:lnTo>
                    <a:pt x="173766" y="347533"/>
                  </a:lnTo>
                  <a:close/>
                </a:path>
              </a:pathLst>
            </a:custGeom>
            <a:solidFill>
              <a:srgbClr val="DE0E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62920" y="506133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766" y="347533"/>
                  </a:moveTo>
                  <a:lnTo>
                    <a:pt x="127572" y="341326"/>
                  </a:lnTo>
                  <a:lnTo>
                    <a:pt x="86063" y="323809"/>
                  </a:lnTo>
                  <a:lnTo>
                    <a:pt x="50895" y="296638"/>
                  </a:lnTo>
                  <a:lnTo>
                    <a:pt x="23724" y="261470"/>
                  </a:lnTo>
                  <a:lnTo>
                    <a:pt x="6207" y="219960"/>
                  </a:lnTo>
                  <a:lnTo>
                    <a:pt x="0" y="173766"/>
                  </a:lnTo>
                  <a:lnTo>
                    <a:pt x="6207" y="127572"/>
                  </a:lnTo>
                  <a:lnTo>
                    <a:pt x="23724" y="86063"/>
                  </a:lnTo>
                  <a:lnTo>
                    <a:pt x="50895" y="50895"/>
                  </a:lnTo>
                  <a:lnTo>
                    <a:pt x="86063" y="23724"/>
                  </a:lnTo>
                  <a:lnTo>
                    <a:pt x="127572" y="6207"/>
                  </a:lnTo>
                  <a:lnTo>
                    <a:pt x="173766" y="0"/>
                  </a:lnTo>
                  <a:lnTo>
                    <a:pt x="219961" y="6207"/>
                  </a:lnTo>
                  <a:lnTo>
                    <a:pt x="261470" y="23724"/>
                  </a:lnTo>
                  <a:lnTo>
                    <a:pt x="296638" y="50895"/>
                  </a:lnTo>
                  <a:lnTo>
                    <a:pt x="323809" y="86063"/>
                  </a:lnTo>
                  <a:lnTo>
                    <a:pt x="341326" y="127572"/>
                  </a:lnTo>
                  <a:lnTo>
                    <a:pt x="347533" y="173766"/>
                  </a:lnTo>
                  <a:lnTo>
                    <a:pt x="341326" y="219960"/>
                  </a:lnTo>
                  <a:lnTo>
                    <a:pt x="323809" y="261470"/>
                  </a:lnTo>
                  <a:lnTo>
                    <a:pt x="296638" y="296638"/>
                  </a:lnTo>
                  <a:lnTo>
                    <a:pt x="261470" y="323809"/>
                  </a:lnTo>
                  <a:lnTo>
                    <a:pt x="219961" y="341326"/>
                  </a:lnTo>
                  <a:lnTo>
                    <a:pt x="173766" y="347533"/>
                  </a:lnTo>
                  <a:close/>
                </a:path>
              </a:pathLst>
            </a:custGeom>
            <a:solidFill>
              <a:srgbClr val="FFC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15228" y="5061332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766" y="347533"/>
                  </a:moveTo>
                  <a:lnTo>
                    <a:pt x="127572" y="341326"/>
                  </a:lnTo>
                  <a:lnTo>
                    <a:pt x="86063" y="323809"/>
                  </a:lnTo>
                  <a:lnTo>
                    <a:pt x="50895" y="296638"/>
                  </a:lnTo>
                  <a:lnTo>
                    <a:pt x="23724" y="261470"/>
                  </a:lnTo>
                  <a:lnTo>
                    <a:pt x="6207" y="219960"/>
                  </a:lnTo>
                  <a:lnTo>
                    <a:pt x="0" y="173766"/>
                  </a:lnTo>
                  <a:lnTo>
                    <a:pt x="6207" y="127572"/>
                  </a:lnTo>
                  <a:lnTo>
                    <a:pt x="23724" y="86063"/>
                  </a:lnTo>
                  <a:lnTo>
                    <a:pt x="50895" y="50895"/>
                  </a:lnTo>
                  <a:lnTo>
                    <a:pt x="86063" y="23724"/>
                  </a:lnTo>
                  <a:lnTo>
                    <a:pt x="127572" y="6207"/>
                  </a:lnTo>
                  <a:lnTo>
                    <a:pt x="173766" y="0"/>
                  </a:lnTo>
                  <a:lnTo>
                    <a:pt x="219961" y="6207"/>
                  </a:lnTo>
                  <a:lnTo>
                    <a:pt x="261470" y="23724"/>
                  </a:lnTo>
                  <a:lnTo>
                    <a:pt x="296638" y="50895"/>
                  </a:lnTo>
                  <a:lnTo>
                    <a:pt x="323809" y="86063"/>
                  </a:lnTo>
                  <a:lnTo>
                    <a:pt x="341326" y="127572"/>
                  </a:lnTo>
                  <a:lnTo>
                    <a:pt x="347533" y="173766"/>
                  </a:lnTo>
                  <a:lnTo>
                    <a:pt x="341326" y="219960"/>
                  </a:lnTo>
                  <a:lnTo>
                    <a:pt x="323809" y="261470"/>
                  </a:lnTo>
                  <a:lnTo>
                    <a:pt x="296638" y="296638"/>
                  </a:lnTo>
                  <a:lnTo>
                    <a:pt x="261470" y="323809"/>
                  </a:lnTo>
                  <a:lnTo>
                    <a:pt x="219961" y="341326"/>
                  </a:lnTo>
                  <a:lnTo>
                    <a:pt x="173766" y="347533"/>
                  </a:lnTo>
                  <a:close/>
                </a:path>
              </a:pathLst>
            </a:custGeom>
            <a:solidFill>
              <a:srgbClr val="6AC6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28687" y="1028712"/>
              <a:ext cx="13938885" cy="4064000"/>
            </a:xfrm>
            <a:custGeom>
              <a:avLst/>
              <a:gdLst/>
              <a:ahLst/>
              <a:cxnLst/>
              <a:rect l="l" t="t" r="r" b="b"/>
              <a:pathLst>
                <a:path w="13938885" h="4064000">
                  <a:moveTo>
                    <a:pt x="4969751" y="161925"/>
                  </a:moveTo>
                  <a:lnTo>
                    <a:pt x="4957432" y="99949"/>
                  </a:lnTo>
                  <a:lnTo>
                    <a:pt x="4922329" y="47421"/>
                  </a:lnTo>
                  <a:lnTo>
                    <a:pt x="4869802" y="12319"/>
                  </a:lnTo>
                  <a:lnTo>
                    <a:pt x="4807839" y="0"/>
                  </a:lnTo>
                  <a:lnTo>
                    <a:pt x="161925" y="0"/>
                  </a:lnTo>
                  <a:lnTo>
                    <a:pt x="99961" y="12319"/>
                  </a:lnTo>
                  <a:lnTo>
                    <a:pt x="47434" y="47421"/>
                  </a:lnTo>
                  <a:lnTo>
                    <a:pt x="12331" y="99949"/>
                  </a:lnTo>
                  <a:lnTo>
                    <a:pt x="0" y="161925"/>
                  </a:lnTo>
                  <a:lnTo>
                    <a:pt x="0" y="3059925"/>
                  </a:lnTo>
                  <a:lnTo>
                    <a:pt x="12331" y="3121888"/>
                  </a:lnTo>
                  <a:lnTo>
                    <a:pt x="47434" y="3174428"/>
                  </a:lnTo>
                  <a:lnTo>
                    <a:pt x="99961" y="3209531"/>
                  </a:lnTo>
                  <a:lnTo>
                    <a:pt x="161925" y="3221850"/>
                  </a:lnTo>
                  <a:lnTo>
                    <a:pt x="4807839" y="3221850"/>
                  </a:lnTo>
                  <a:lnTo>
                    <a:pt x="4869802" y="3209531"/>
                  </a:lnTo>
                  <a:lnTo>
                    <a:pt x="4922329" y="3174428"/>
                  </a:lnTo>
                  <a:lnTo>
                    <a:pt x="4957432" y="3121888"/>
                  </a:lnTo>
                  <a:lnTo>
                    <a:pt x="4969751" y="3059925"/>
                  </a:lnTo>
                  <a:lnTo>
                    <a:pt x="4969751" y="161925"/>
                  </a:lnTo>
                  <a:close/>
                </a:path>
                <a:path w="13938885" h="4064000">
                  <a:moveTo>
                    <a:pt x="13938263" y="586778"/>
                  </a:moveTo>
                  <a:lnTo>
                    <a:pt x="13932484" y="543737"/>
                  </a:lnTo>
                  <a:lnTo>
                    <a:pt x="13916165" y="505053"/>
                  </a:lnTo>
                  <a:lnTo>
                    <a:pt x="13890841" y="472287"/>
                  </a:lnTo>
                  <a:lnTo>
                    <a:pt x="13858075" y="446963"/>
                  </a:lnTo>
                  <a:lnTo>
                    <a:pt x="13819391" y="430644"/>
                  </a:lnTo>
                  <a:lnTo>
                    <a:pt x="13776338" y="424853"/>
                  </a:lnTo>
                  <a:lnTo>
                    <a:pt x="8487410" y="424853"/>
                  </a:lnTo>
                  <a:lnTo>
                    <a:pt x="8444370" y="430644"/>
                  </a:lnTo>
                  <a:lnTo>
                    <a:pt x="8405685" y="446963"/>
                  </a:lnTo>
                  <a:lnTo>
                    <a:pt x="8372919" y="472287"/>
                  </a:lnTo>
                  <a:lnTo>
                    <a:pt x="8347596" y="505053"/>
                  </a:lnTo>
                  <a:lnTo>
                    <a:pt x="8331276" y="543737"/>
                  </a:lnTo>
                  <a:lnTo>
                    <a:pt x="8325485" y="586778"/>
                  </a:lnTo>
                  <a:lnTo>
                    <a:pt x="8325485" y="3901656"/>
                  </a:lnTo>
                  <a:lnTo>
                    <a:pt x="8331276" y="3944709"/>
                  </a:lnTo>
                  <a:lnTo>
                    <a:pt x="8347596" y="3983393"/>
                  </a:lnTo>
                  <a:lnTo>
                    <a:pt x="8372919" y="4016159"/>
                  </a:lnTo>
                  <a:lnTo>
                    <a:pt x="8405685" y="4041483"/>
                  </a:lnTo>
                  <a:lnTo>
                    <a:pt x="8444370" y="4057802"/>
                  </a:lnTo>
                  <a:lnTo>
                    <a:pt x="8487410" y="4063581"/>
                  </a:lnTo>
                  <a:lnTo>
                    <a:pt x="13776338" y="4063581"/>
                  </a:lnTo>
                  <a:lnTo>
                    <a:pt x="13819391" y="4057802"/>
                  </a:lnTo>
                  <a:lnTo>
                    <a:pt x="13858075" y="4041483"/>
                  </a:lnTo>
                  <a:lnTo>
                    <a:pt x="13890841" y="4016159"/>
                  </a:lnTo>
                  <a:lnTo>
                    <a:pt x="13916165" y="3983393"/>
                  </a:lnTo>
                  <a:lnTo>
                    <a:pt x="13932484" y="3944709"/>
                  </a:lnTo>
                  <a:lnTo>
                    <a:pt x="13938263" y="3901656"/>
                  </a:lnTo>
                  <a:lnTo>
                    <a:pt x="13938263" y="5867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0491" y="1729185"/>
              <a:ext cx="187199" cy="1871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044" y="1272746"/>
              <a:ext cx="165753" cy="16575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65130" y="1729185"/>
              <a:ext cx="187199" cy="1871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655" y="1272746"/>
              <a:ext cx="165753" cy="1657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08765" y="1729185"/>
              <a:ext cx="187199" cy="1871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85380" y="1272746"/>
              <a:ext cx="165753" cy="16575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20491" y="2241437"/>
              <a:ext cx="4899210" cy="24457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53044" y="1726311"/>
              <a:ext cx="4337932" cy="216552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739020" y="4066960"/>
              <a:ext cx="5520690" cy="3578860"/>
            </a:xfrm>
            <a:custGeom>
              <a:avLst/>
              <a:gdLst/>
              <a:ahLst/>
              <a:cxnLst/>
              <a:rect l="l" t="t" r="r" b="b"/>
              <a:pathLst>
                <a:path w="5520690" h="3578859">
                  <a:moveTo>
                    <a:pt x="5358353" y="3578761"/>
                  </a:moveTo>
                  <a:lnTo>
                    <a:pt x="161924" y="3578761"/>
                  </a:lnTo>
                  <a:lnTo>
                    <a:pt x="130187" y="3575621"/>
                  </a:lnTo>
                  <a:lnTo>
                    <a:pt x="72088" y="3551555"/>
                  </a:lnTo>
                  <a:lnTo>
                    <a:pt x="27205" y="3506672"/>
                  </a:lnTo>
                  <a:lnTo>
                    <a:pt x="3140" y="3448573"/>
                  </a:lnTo>
                  <a:lnTo>
                    <a:pt x="0" y="3416836"/>
                  </a:lnTo>
                  <a:lnTo>
                    <a:pt x="0" y="161924"/>
                  </a:lnTo>
                  <a:lnTo>
                    <a:pt x="12325" y="99958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4" y="0"/>
                  </a:lnTo>
                  <a:lnTo>
                    <a:pt x="5358353" y="0"/>
                  </a:lnTo>
                  <a:lnTo>
                    <a:pt x="5420319" y="12325"/>
                  </a:lnTo>
                  <a:lnTo>
                    <a:pt x="5472851" y="47426"/>
                  </a:lnTo>
                  <a:lnTo>
                    <a:pt x="5507952" y="99958"/>
                  </a:lnTo>
                  <a:lnTo>
                    <a:pt x="5520278" y="161924"/>
                  </a:lnTo>
                  <a:lnTo>
                    <a:pt x="5520278" y="3416836"/>
                  </a:lnTo>
                  <a:lnTo>
                    <a:pt x="5507952" y="3478802"/>
                  </a:lnTo>
                  <a:lnTo>
                    <a:pt x="5472851" y="3531334"/>
                  </a:lnTo>
                  <a:lnTo>
                    <a:pt x="5420319" y="3566435"/>
                  </a:lnTo>
                  <a:lnTo>
                    <a:pt x="5358353" y="3578761"/>
                  </a:lnTo>
                  <a:close/>
                </a:path>
              </a:pathLst>
            </a:custGeom>
            <a:solidFill>
              <a:srgbClr val="0712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099293" y="4338040"/>
              <a:ext cx="184114" cy="18411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39901" y="4338040"/>
              <a:ext cx="184114" cy="18411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579521" y="4338040"/>
              <a:ext cx="184113" cy="18411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99294" y="4841849"/>
              <a:ext cx="4818469" cy="24054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645</Words>
  <Application>Microsoft Macintosh PowerPoint</Application>
  <PresentationFormat>Custom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Courier New</vt:lpstr>
      <vt:lpstr>Verdana</vt:lpstr>
      <vt:lpstr>Office Theme</vt:lpstr>
      <vt:lpstr>PowerPoint Presentation</vt:lpstr>
      <vt:lpstr>Intro</vt:lpstr>
      <vt:lpstr>Python: The entire code is written in Python, which is a popular general-purpose programming language. Regular Expressions (re module): Python's built-in module for working with regular expressions, which are used extensively for pattern matching (finding words in the text).</vt:lpstr>
      <vt:lpstr>Explicit content</vt:lpstr>
      <vt:lpstr>Significance</vt:lpstr>
      <vt:lpstr>Potential</vt:lpstr>
      <vt:lpstr>Scope and</vt:lpstr>
      <vt:lpstr>Example Use Case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Nagasri Tadiboyina</dc:creator>
  <cp:keywords>DAGkJ6MgH10,BAEkCrJXbiE,0</cp:keywords>
  <cp:lastModifiedBy>AP23110010522 | SHAIK KAISAR PARVEZ</cp:lastModifiedBy>
  <cp:revision>2</cp:revision>
  <dcterms:created xsi:type="dcterms:W3CDTF">2025-04-24T16:06:13Z</dcterms:created>
  <dcterms:modified xsi:type="dcterms:W3CDTF">2025-04-30T18:07:59Z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2025-04-09T00:00:00Z</vt:filetime>
  </property>
  <property fmtid="{D5CDD505-2E9C-101B-9397-08002B2CF9AE}" pid="3" name="Creator">
    <vt:lpwstr>Canva</vt:lpwstr>
  </property>
  <property fmtid="{D5CDD505-2E9C-101B-9397-08002B2CF9AE}" pid="4" name="LastSaved">
    <vt:filetime>2025-04-24T00:00:00Z</vt:filetime>
  </property>
  <property fmtid="{D5CDD505-2E9C-101B-9397-08002B2CF9AE}" pid="5" name="NXPowerLiteLastOptimized">
    <vt:lpwstr>7199027</vt:lpwstr>
  </property>
  <property fmtid="{D5CDD505-2E9C-101B-9397-08002B2CF9AE}" pid="6" name="NXPowerLiteSettings">
    <vt:lpwstr>F7000400038000</vt:lpwstr>
  </property>
  <property fmtid="{D5CDD505-2E9C-101B-9397-08002B2CF9AE}" pid="7" name="NXPowerLiteVersion">
    <vt:lpwstr>S10.3.1</vt:lpwstr>
  </property>
  <property fmtid="{D5CDD505-2E9C-101B-9397-08002B2CF9AE}" pid="8" name="Producer">
    <vt:lpwstr>Canva</vt:lpwstr>
  </property>
</Properties>
</file>